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99" r:id="rId3"/>
    <p:sldId id="304" r:id="rId4"/>
    <p:sldId id="301" r:id="rId5"/>
    <p:sldId id="302" r:id="rId6"/>
    <p:sldId id="303" r:id="rId7"/>
    <p:sldId id="276" r:id="rId8"/>
    <p:sldId id="277" r:id="rId9"/>
    <p:sldId id="282" r:id="rId10"/>
    <p:sldId id="294" r:id="rId11"/>
    <p:sldId id="298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6069"/>
    <a:srgbClr val="97A8AF"/>
    <a:srgbClr val="FFFFFF"/>
    <a:srgbClr val="FF6600"/>
    <a:srgbClr val="D60093"/>
    <a:srgbClr val="768B96"/>
    <a:srgbClr val="F1F3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6" autoAdjust="0"/>
    <p:restoredTop sz="93488" autoAdjust="0"/>
  </p:normalViewPr>
  <p:slideViewPr>
    <p:cSldViewPr snapToGrid="0">
      <p:cViewPr varScale="1">
        <p:scale>
          <a:sx n="139" d="100"/>
          <a:sy n="139" d="100"/>
        </p:scale>
        <p:origin x="21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D73EC9-5E14-48B6-BBDA-FDA67567614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E1604B66-4298-47A5-81AE-EC44A6C15D4B}">
      <dgm:prSet phldrT="[Text]"/>
      <dgm:spPr>
        <a:solidFill>
          <a:srgbClr val="4F6069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C1C15C5C-3FAE-4BE5-82D2-CBC1829F369C}" type="parTrans" cxnId="{E3EB693D-6703-4033-B26D-EC36F7DAF7F3}">
      <dgm:prSet/>
      <dgm:spPr/>
      <dgm:t>
        <a:bodyPr/>
        <a:lstStyle/>
        <a:p>
          <a:endParaRPr lang="en-US"/>
        </a:p>
      </dgm:t>
    </dgm:pt>
    <dgm:pt modelId="{87F5DC3B-B9D8-4744-AD86-AE1364FD3F58}" type="sibTrans" cxnId="{E3EB693D-6703-4033-B26D-EC36F7DAF7F3}">
      <dgm:prSet/>
      <dgm:spPr/>
      <dgm:t>
        <a:bodyPr/>
        <a:lstStyle/>
        <a:p>
          <a:endParaRPr lang="en-US"/>
        </a:p>
      </dgm:t>
    </dgm:pt>
    <dgm:pt modelId="{2E61F534-9A1A-49F8-BD59-0ABB282378C6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F66A92-2EF9-41BB-A343-DD5EFE5F4AF0}" type="parTrans" cxnId="{9355DB2C-0E04-4FC3-BFF4-3E2DE7357A53}">
      <dgm:prSet/>
      <dgm:spPr/>
      <dgm:t>
        <a:bodyPr/>
        <a:lstStyle/>
        <a:p>
          <a:endParaRPr lang="en-US"/>
        </a:p>
      </dgm:t>
    </dgm:pt>
    <dgm:pt modelId="{77486F04-8D23-46C2-B0F6-20977C4AFB5D}" type="sibTrans" cxnId="{9355DB2C-0E04-4FC3-BFF4-3E2DE7357A53}">
      <dgm:prSet/>
      <dgm:spPr/>
      <dgm:t>
        <a:bodyPr/>
        <a:lstStyle/>
        <a:p>
          <a:endParaRPr lang="en-US"/>
        </a:p>
      </dgm:t>
    </dgm:pt>
    <dgm:pt modelId="{6858D144-40A5-40EC-A80D-5760A307F72B}">
      <dgm:prSet phldrT="[Text]"/>
      <dgm:spPr>
        <a:solidFill>
          <a:srgbClr val="97A8AF"/>
        </a:solidFill>
      </dgm:spPr>
      <dgm:t>
        <a:bodyPr/>
        <a:lstStyle/>
        <a:p>
          <a:r>
            <a:rPr lang="it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B6535D-1717-4E86-BF70-19421520D9B6}" type="parTrans" cxnId="{96CA8736-57FE-4D49-94F7-6E1705948B38}">
      <dgm:prSet/>
      <dgm:spPr/>
      <dgm:t>
        <a:bodyPr/>
        <a:lstStyle/>
        <a:p>
          <a:endParaRPr lang="en-US"/>
        </a:p>
      </dgm:t>
    </dgm:pt>
    <dgm:pt modelId="{6407C358-901B-49D5-9486-5C6CE56115DA}" type="sibTrans" cxnId="{96CA8736-57FE-4D49-94F7-6E1705948B38}">
      <dgm:prSet/>
      <dgm:spPr/>
      <dgm:t>
        <a:bodyPr/>
        <a:lstStyle/>
        <a:p>
          <a:endParaRPr lang="en-US"/>
        </a:p>
      </dgm:t>
    </dgm:pt>
    <dgm:pt modelId="{0E2D78F9-879E-4B27-A688-84449602C39A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gm:t>
    </dgm:pt>
    <dgm:pt modelId="{DA184154-66C6-4029-9813-9A0F174335FC}" type="parTrans" cxnId="{F23B211E-FF1C-4414-ADAC-EF3DAD1ABCAE}">
      <dgm:prSet/>
      <dgm:spPr/>
      <dgm:t>
        <a:bodyPr/>
        <a:lstStyle/>
        <a:p>
          <a:endParaRPr lang="en-US"/>
        </a:p>
      </dgm:t>
    </dgm:pt>
    <dgm:pt modelId="{E75D59A9-F227-4FC2-8CD9-3D173125BBBE}" type="sibTrans" cxnId="{F23B211E-FF1C-4414-ADAC-EF3DAD1ABCAE}">
      <dgm:prSet/>
      <dgm:spPr/>
      <dgm:t>
        <a:bodyPr/>
        <a:lstStyle/>
        <a:p>
          <a:endParaRPr lang="en-US"/>
        </a:p>
      </dgm:t>
    </dgm:pt>
    <dgm:pt modelId="{2DF5396B-BCA1-4531-B3D6-2465070263B2}" type="pres">
      <dgm:prSet presAssocID="{39D73EC9-5E14-48B6-BBDA-FDA67567614C}" presName="Name0" presStyleCnt="0">
        <dgm:presLayoutVars>
          <dgm:dir/>
          <dgm:animLvl val="lvl"/>
          <dgm:resizeHandles val="exact"/>
        </dgm:presLayoutVars>
      </dgm:prSet>
      <dgm:spPr/>
    </dgm:pt>
    <dgm:pt modelId="{E39757E4-4498-467E-B3C3-A2049ED071B6}" type="pres">
      <dgm:prSet presAssocID="{E1604B66-4298-47A5-81AE-EC44A6C15D4B}" presName="parTxOnly" presStyleLbl="node1" presStyleIdx="0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7A3F0259-BDF6-4B01-ADC4-755E6E3A8A31}" type="pres">
      <dgm:prSet presAssocID="{87F5DC3B-B9D8-4744-AD86-AE1364FD3F58}" presName="parTxOnlySpace" presStyleCnt="0"/>
      <dgm:spPr/>
    </dgm:pt>
    <dgm:pt modelId="{6A110661-C676-4930-9CA6-95053377CDD0}" type="pres">
      <dgm:prSet presAssocID="{0E2D78F9-879E-4B27-A688-84449602C39A}" presName="parTxOnly" presStyleLbl="node1" presStyleIdx="1" presStyleCnt="4" custLinFactNeighborX="-55801" custLinFactNeighborY="7160">
        <dgm:presLayoutVars>
          <dgm:chMax val="0"/>
          <dgm:chPref val="0"/>
          <dgm:bulletEnabled val="1"/>
        </dgm:presLayoutVars>
      </dgm:prSet>
      <dgm:spPr/>
    </dgm:pt>
    <dgm:pt modelId="{780B3BE8-0456-4904-9C00-2AF405AFF6FB}" type="pres">
      <dgm:prSet presAssocID="{E75D59A9-F227-4FC2-8CD9-3D173125BBBE}" presName="parTxOnlySpace" presStyleCnt="0"/>
      <dgm:spPr/>
    </dgm:pt>
    <dgm:pt modelId="{B09C38F0-B314-436A-970A-776CE74D9293}" type="pres">
      <dgm:prSet presAssocID="{2E61F534-9A1A-49F8-BD59-0ABB282378C6}" presName="parTxOnly" presStyleLbl="node1" presStyleIdx="2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E0C1B0AC-CEE0-435D-B4EB-E1F84627336E}" type="pres">
      <dgm:prSet presAssocID="{77486F04-8D23-46C2-B0F6-20977C4AFB5D}" presName="parTxOnlySpace" presStyleCnt="0"/>
      <dgm:spPr/>
    </dgm:pt>
    <dgm:pt modelId="{11325499-00A9-48DF-AE90-402286005626}" type="pres">
      <dgm:prSet presAssocID="{6858D144-40A5-40EC-A80D-5760A307F72B}" presName="parTxOnly" presStyleLbl="node1" presStyleIdx="3" presStyleCnt="4" custLinFactX="-6931" custLinFactNeighborX="-100000" custLinFactNeighborY="1105">
        <dgm:presLayoutVars>
          <dgm:chMax val="0"/>
          <dgm:chPref val="0"/>
          <dgm:bulletEnabled val="1"/>
        </dgm:presLayoutVars>
      </dgm:prSet>
      <dgm:spPr/>
    </dgm:pt>
  </dgm:ptLst>
  <dgm:cxnLst>
    <dgm:cxn modelId="{F23B211E-FF1C-4414-ADAC-EF3DAD1ABCAE}" srcId="{39D73EC9-5E14-48B6-BBDA-FDA67567614C}" destId="{0E2D78F9-879E-4B27-A688-84449602C39A}" srcOrd="1" destOrd="0" parTransId="{DA184154-66C6-4029-9813-9A0F174335FC}" sibTransId="{E75D59A9-F227-4FC2-8CD9-3D173125BBBE}"/>
    <dgm:cxn modelId="{9355DB2C-0E04-4FC3-BFF4-3E2DE7357A53}" srcId="{39D73EC9-5E14-48B6-BBDA-FDA67567614C}" destId="{2E61F534-9A1A-49F8-BD59-0ABB282378C6}" srcOrd="2" destOrd="0" parTransId="{1DF66A92-2EF9-41BB-A343-DD5EFE5F4AF0}" sibTransId="{77486F04-8D23-46C2-B0F6-20977C4AFB5D}"/>
    <dgm:cxn modelId="{079FA82D-464A-4425-B8D3-1BA080A3CC35}" type="presOf" srcId="{2E61F534-9A1A-49F8-BD59-0ABB282378C6}" destId="{B09C38F0-B314-436A-970A-776CE74D9293}" srcOrd="0" destOrd="0" presId="urn:microsoft.com/office/officeart/2005/8/layout/chevron1"/>
    <dgm:cxn modelId="{96CA8736-57FE-4D49-94F7-6E1705948B38}" srcId="{39D73EC9-5E14-48B6-BBDA-FDA67567614C}" destId="{6858D144-40A5-40EC-A80D-5760A307F72B}" srcOrd="3" destOrd="0" parTransId="{28B6535D-1717-4E86-BF70-19421520D9B6}" sibTransId="{6407C358-901B-49D5-9486-5C6CE56115DA}"/>
    <dgm:cxn modelId="{E3EB693D-6703-4033-B26D-EC36F7DAF7F3}" srcId="{39D73EC9-5E14-48B6-BBDA-FDA67567614C}" destId="{E1604B66-4298-47A5-81AE-EC44A6C15D4B}" srcOrd="0" destOrd="0" parTransId="{C1C15C5C-3FAE-4BE5-82D2-CBC1829F369C}" sibTransId="{87F5DC3B-B9D8-4744-AD86-AE1364FD3F58}"/>
    <dgm:cxn modelId="{35962B7E-250C-43EE-8201-6EBBB3E073F2}" type="presOf" srcId="{E1604B66-4298-47A5-81AE-EC44A6C15D4B}" destId="{E39757E4-4498-467E-B3C3-A2049ED071B6}" srcOrd="0" destOrd="0" presId="urn:microsoft.com/office/officeart/2005/8/layout/chevron1"/>
    <dgm:cxn modelId="{7036A1AB-388A-47B6-BAD7-83461BF605A7}" type="presOf" srcId="{0E2D78F9-879E-4B27-A688-84449602C39A}" destId="{6A110661-C676-4930-9CA6-95053377CDD0}" srcOrd="0" destOrd="0" presId="urn:microsoft.com/office/officeart/2005/8/layout/chevron1"/>
    <dgm:cxn modelId="{467578B9-ECD5-4162-83F7-B17A5ACF66DE}" type="presOf" srcId="{39D73EC9-5E14-48B6-BBDA-FDA67567614C}" destId="{2DF5396B-BCA1-4531-B3D6-2465070263B2}" srcOrd="0" destOrd="0" presId="urn:microsoft.com/office/officeart/2005/8/layout/chevron1"/>
    <dgm:cxn modelId="{59F36DC7-91C8-4700-B49B-3C26EE597581}" type="presOf" srcId="{6858D144-40A5-40EC-A80D-5760A307F72B}" destId="{11325499-00A9-48DF-AE90-402286005626}" srcOrd="0" destOrd="0" presId="urn:microsoft.com/office/officeart/2005/8/layout/chevron1"/>
    <dgm:cxn modelId="{BB18ACF4-60B6-4B48-861D-1E2CF3321B97}" type="presParOf" srcId="{2DF5396B-BCA1-4531-B3D6-2465070263B2}" destId="{E39757E4-4498-467E-B3C3-A2049ED071B6}" srcOrd="0" destOrd="0" presId="urn:microsoft.com/office/officeart/2005/8/layout/chevron1"/>
    <dgm:cxn modelId="{95813CD1-5A59-4558-A689-837AB80934F4}" type="presParOf" srcId="{2DF5396B-BCA1-4531-B3D6-2465070263B2}" destId="{7A3F0259-BDF6-4B01-ADC4-755E6E3A8A31}" srcOrd="1" destOrd="0" presId="urn:microsoft.com/office/officeart/2005/8/layout/chevron1"/>
    <dgm:cxn modelId="{73C80975-65FE-4054-8B6A-5C85ACCB92D1}" type="presParOf" srcId="{2DF5396B-BCA1-4531-B3D6-2465070263B2}" destId="{6A110661-C676-4930-9CA6-95053377CDD0}" srcOrd="2" destOrd="0" presId="urn:microsoft.com/office/officeart/2005/8/layout/chevron1"/>
    <dgm:cxn modelId="{7D6449A3-6546-4BB5-A198-9FDC0C1BDB69}" type="presParOf" srcId="{2DF5396B-BCA1-4531-B3D6-2465070263B2}" destId="{780B3BE8-0456-4904-9C00-2AF405AFF6FB}" srcOrd="3" destOrd="0" presId="urn:microsoft.com/office/officeart/2005/8/layout/chevron1"/>
    <dgm:cxn modelId="{9F67E404-B12A-484D-864E-6E8991CCAB70}" type="presParOf" srcId="{2DF5396B-BCA1-4531-B3D6-2465070263B2}" destId="{B09C38F0-B314-436A-970A-776CE74D9293}" srcOrd="4" destOrd="0" presId="urn:microsoft.com/office/officeart/2005/8/layout/chevron1"/>
    <dgm:cxn modelId="{6F637EE3-C201-43E9-9A89-4587817D6549}" type="presParOf" srcId="{2DF5396B-BCA1-4531-B3D6-2465070263B2}" destId="{E0C1B0AC-CEE0-435D-B4EB-E1F84627336E}" srcOrd="5" destOrd="0" presId="urn:microsoft.com/office/officeart/2005/8/layout/chevron1"/>
    <dgm:cxn modelId="{6184DF30-D668-4042-83BE-A86F6C8C9F4A}" type="presParOf" srcId="{2DF5396B-BCA1-4531-B3D6-2465070263B2}" destId="{11325499-00A9-48DF-AE90-40228600562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D73EC9-5E14-48B6-BBDA-FDA67567614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E1604B66-4298-47A5-81AE-EC44A6C15D4B}">
      <dgm:prSet phldrT="[Text]"/>
      <dgm:spPr>
        <a:solidFill>
          <a:srgbClr val="4F6069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C1C15C5C-3FAE-4BE5-82D2-CBC1829F369C}" type="parTrans" cxnId="{E3EB693D-6703-4033-B26D-EC36F7DAF7F3}">
      <dgm:prSet/>
      <dgm:spPr/>
      <dgm:t>
        <a:bodyPr/>
        <a:lstStyle/>
        <a:p>
          <a:endParaRPr lang="en-US"/>
        </a:p>
      </dgm:t>
    </dgm:pt>
    <dgm:pt modelId="{87F5DC3B-B9D8-4744-AD86-AE1364FD3F58}" type="sibTrans" cxnId="{E3EB693D-6703-4033-B26D-EC36F7DAF7F3}">
      <dgm:prSet/>
      <dgm:spPr/>
      <dgm:t>
        <a:bodyPr/>
        <a:lstStyle/>
        <a:p>
          <a:endParaRPr lang="en-US"/>
        </a:p>
      </dgm:t>
    </dgm:pt>
    <dgm:pt modelId="{2E61F534-9A1A-49F8-BD59-0ABB282378C6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F66A92-2EF9-41BB-A343-DD5EFE5F4AF0}" type="parTrans" cxnId="{9355DB2C-0E04-4FC3-BFF4-3E2DE7357A53}">
      <dgm:prSet/>
      <dgm:spPr/>
      <dgm:t>
        <a:bodyPr/>
        <a:lstStyle/>
        <a:p>
          <a:endParaRPr lang="en-US"/>
        </a:p>
      </dgm:t>
    </dgm:pt>
    <dgm:pt modelId="{77486F04-8D23-46C2-B0F6-20977C4AFB5D}" type="sibTrans" cxnId="{9355DB2C-0E04-4FC3-BFF4-3E2DE7357A53}">
      <dgm:prSet/>
      <dgm:spPr/>
      <dgm:t>
        <a:bodyPr/>
        <a:lstStyle/>
        <a:p>
          <a:endParaRPr lang="en-US"/>
        </a:p>
      </dgm:t>
    </dgm:pt>
    <dgm:pt modelId="{6858D144-40A5-40EC-A80D-5760A307F72B}">
      <dgm:prSet phldrT="[Text]"/>
      <dgm:spPr>
        <a:solidFill>
          <a:srgbClr val="97A8AF"/>
        </a:solidFill>
      </dgm:spPr>
      <dgm:t>
        <a:bodyPr/>
        <a:lstStyle/>
        <a:p>
          <a:r>
            <a:rPr lang="it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B6535D-1717-4E86-BF70-19421520D9B6}" type="parTrans" cxnId="{96CA8736-57FE-4D49-94F7-6E1705948B38}">
      <dgm:prSet/>
      <dgm:spPr/>
      <dgm:t>
        <a:bodyPr/>
        <a:lstStyle/>
        <a:p>
          <a:endParaRPr lang="en-US"/>
        </a:p>
      </dgm:t>
    </dgm:pt>
    <dgm:pt modelId="{6407C358-901B-49D5-9486-5C6CE56115DA}" type="sibTrans" cxnId="{96CA8736-57FE-4D49-94F7-6E1705948B38}">
      <dgm:prSet/>
      <dgm:spPr/>
      <dgm:t>
        <a:bodyPr/>
        <a:lstStyle/>
        <a:p>
          <a:endParaRPr lang="en-US"/>
        </a:p>
      </dgm:t>
    </dgm:pt>
    <dgm:pt modelId="{0E2D78F9-879E-4B27-A688-84449602C39A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gm:t>
    </dgm:pt>
    <dgm:pt modelId="{DA184154-66C6-4029-9813-9A0F174335FC}" type="parTrans" cxnId="{F23B211E-FF1C-4414-ADAC-EF3DAD1ABCAE}">
      <dgm:prSet/>
      <dgm:spPr/>
      <dgm:t>
        <a:bodyPr/>
        <a:lstStyle/>
        <a:p>
          <a:endParaRPr lang="en-US"/>
        </a:p>
      </dgm:t>
    </dgm:pt>
    <dgm:pt modelId="{E75D59A9-F227-4FC2-8CD9-3D173125BBBE}" type="sibTrans" cxnId="{F23B211E-FF1C-4414-ADAC-EF3DAD1ABCAE}">
      <dgm:prSet/>
      <dgm:spPr/>
      <dgm:t>
        <a:bodyPr/>
        <a:lstStyle/>
        <a:p>
          <a:endParaRPr lang="en-US"/>
        </a:p>
      </dgm:t>
    </dgm:pt>
    <dgm:pt modelId="{2DF5396B-BCA1-4531-B3D6-2465070263B2}" type="pres">
      <dgm:prSet presAssocID="{39D73EC9-5E14-48B6-BBDA-FDA67567614C}" presName="Name0" presStyleCnt="0">
        <dgm:presLayoutVars>
          <dgm:dir/>
          <dgm:animLvl val="lvl"/>
          <dgm:resizeHandles val="exact"/>
        </dgm:presLayoutVars>
      </dgm:prSet>
      <dgm:spPr/>
    </dgm:pt>
    <dgm:pt modelId="{E39757E4-4498-467E-B3C3-A2049ED071B6}" type="pres">
      <dgm:prSet presAssocID="{E1604B66-4298-47A5-81AE-EC44A6C15D4B}" presName="parTxOnly" presStyleLbl="node1" presStyleIdx="0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7A3F0259-BDF6-4B01-ADC4-755E6E3A8A31}" type="pres">
      <dgm:prSet presAssocID="{87F5DC3B-B9D8-4744-AD86-AE1364FD3F58}" presName="parTxOnlySpace" presStyleCnt="0"/>
      <dgm:spPr/>
    </dgm:pt>
    <dgm:pt modelId="{6A110661-C676-4930-9CA6-95053377CDD0}" type="pres">
      <dgm:prSet presAssocID="{0E2D78F9-879E-4B27-A688-84449602C39A}" presName="parTxOnly" presStyleLbl="node1" presStyleIdx="1" presStyleCnt="4" custLinFactNeighborX="-55801" custLinFactNeighborY="7160">
        <dgm:presLayoutVars>
          <dgm:chMax val="0"/>
          <dgm:chPref val="0"/>
          <dgm:bulletEnabled val="1"/>
        </dgm:presLayoutVars>
      </dgm:prSet>
      <dgm:spPr/>
    </dgm:pt>
    <dgm:pt modelId="{780B3BE8-0456-4904-9C00-2AF405AFF6FB}" type="pres">
      <dgm:prSet presAssocID="{E75D59A9-F227-4FC2-8CD9-3D173125BBBE}" presName="parTxOnlySpace" presStyleCnt="0"/>
      <dgm:spPr/>
    </dgm:pt>
    <dgm:pt modelId="{B09C38F0-B314-436A-970A-776CE74D9293}" type="pres">
      <dgm:prSet presAssocID="{2E61F534-9A1A-49F8-BD59-0ABB282378C6}" presName="parTxOnly" presStyleLbl="node1" presStyleIdx="2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E0C1B0AC-CEE0-435D-B4EB-E1F84627336E}" type="pres">
      <dgm:prSet presAssocID="{77486F04-8D23-46C2-B0F6-20977C4AFB5D}" presName="parTxOnlySpace" presStyleCnt="0"/>
      <dgm:spPr/>
    </dgm:pt>
    <dgm:pt modelId="{11325499-00A9-48DF-AE90-402286005626}" type="pres">
      <dgm:prSet presAssocID="{6858D144-40A5-40EC-A80D-5760A307F72B}" presName="parTxOnly" presStyleLbl="node1" presStyleIdx="3" presStyleCnt="4" custLinFactX="-6931" custLinFactNeighborX="-100000" custLinFactNeighborY="1105">
        <dgm:presLayoutVars>
          <dgm:chMax val="0"/>
          <dgm:chPref val="0"/>
          <dgm:bulletEnabled val="1"/>
        </dgm:presLayoutVars>
      </dgm:prSet>
      <dgm:spPr/>
    </dgm:pt>
  </dgm:ptLst>
  <dgm:cxnLst>
    <dgm:cxn modelId="{F23B211E-FF1C-4414-ADAC-EF3DAD1ABCAE}" srcId="{39D73EC9-5E14-48B6-BBDA-FDA67567614C}" destId="{0E2D78F9-879E-4B27-A688-84449602C39A}" srcOrd="1" destOrd="0" parTransId="{DA184154-66C6-4029-9813-9A0F174335FC}" sibTransId="{E75D59A9-F227-4FC2-8CD9-3D173125BBBE}"/>
    <dgm:cxn modelId="{9355DB2C-0E04-4FC3-BFF4-3E2DE7357A53}" srcId="{39D73EC9-5E14-48B6-BBDA-FDA67567614C}" destId="{2E61F534-9A1A-49F8-BD59-0ABB282378C6}" srcOrd="2" destOrd="0" parTransId="{1DF66A92-2EF9-41BB-A343-DD5EFE5F4AF0}" sibTransId="{77486F04-8D23-46C2-B0F6-20977C4AFB5D}"/>
    <dgm:cxn modelId="{079FA82D-464A-4425-B8D3-1BA080A3CC35}" type="presOf" srcId="{2E61F534-9A1A-49F8-BD59-0ABB282378C6}" destId="{B09C38F0-B314-436A-970A-776CE74D9293}" srcOrd="0" destOrd="0" presId="urn:microsoft.com/office/officeart/2005/8/layout/chevron1"/>
    <dgm:cxn modelId="{96CA8736-57FE-4D49-94F7-6E1705948B38}" srcId="{39D73EC9-5E14-48B6-BBDA-FDA67567614C}" destId="{6858D144-40A5-40EC-A80D-5760A307F72B}" srcOrd="3" destOrd="0" parTransId="{28B6535D-1717-4E86-BF70-19421520D9B6}" sibTransId="{6407C358-901B-49D5-9486-5C6CE56115DA}"/>
    <dgm:cxn modelId="{E3EB693D-6703-4033-B26D-EC36F7DAF7F3}" srcId="{39D73EC9-5E14-48B6-BBDA-FDA67567614C}" destId="{E1604B66-4298-47A5-81AE-EC44A6C15D4B}" srcOrd="0" destOrd="0" parTransId="{C1C15C5C-3FAE-4BE5-82D2-CBC1829F369C}" sibTransId="{87F5DC3B-B9D8-4744-AD86-AE1364FD3F58}"/>
    <dgm:cxn modelId="{35962B7E-250C-43EE-8201-6EBBB3E073F2}" type="presOf" srcId="{E1604B66-4298-47A5-81AE-EC44A6C15D4B}" destId="{E39757E4-4498-467E-B3C3-A2049ED071B6}" srcOrd="0" destOrd="0" presId="urn:microsoft.com/office/officeart/2005/8/layout/chevron1"/>
    <dgm:cxn modelId="{7036A1AB-388A-47B6-BAD7-83461BF605A7}" type="presOf" srcId="{0E2D78F9-879E-4B27-A688-84449602C39A}" destId="{6A110661-C676-4930-9CA6-95053377CDD0}" srcOrd="0" destOrd="0" presId="urn:microsoft.com/office/officeart/2005/8/layout/chevron1"/>
    <dgm:cxn modelId="{467578B9-ECD5-4162-83F7-B17A5ACF66DE}" type="presOf" srcId="{39D73EC9-5E14-48B6-BBDA-FDA67567614C}" destId="{2DF5396B-BCA1-4531-B3D6-2465070263B2}" srcOrd="0" destOrd="0" presId="urn:microsoft.com/office/officeart/2005/8/layout/chevron1"/>
    <dgm:cxn modelId="{59F36DC7-91C8-4700-B49B-3C26EE597581}" type="presOf" srcId="{6858D144-40A5-40EC-A80D-5760A307F72B}" destId="{11325499-00A9-48DF-AE90-402286005626}" srcOrd="0" destOrd="0" presId="urn:microsoft.com/office/officeart/2005/8/layout/chevron1"/>
    <dgm:cxn modelId="{BB18ACF4-60B6-4B48-861D-1E2CF3321B97}" type="presParOf" srcId="{2DF5396B-BCA1-4531-B3D6-2465070263B2}" destId="{E39757E4-4498-467E-B3C3-A2049ED071B6}" srcOrd="0" destOrd="0" presId="urn:microsoft.com/office/officeart/2005/8/layout/chevron1"/>
    <dgm:cxn modelId="{95813CD1-5A59-4558-A689-837AB80934F4}" type="presParOf" srcId="{2DF5396B-BCA1-4531-B3D6-2465070263B2}" destId="{7A3F0259-BDF6-4B01-ADC4-755E6E3A8A31}" srcOrd="1" destOrd="0" presId="urn:microsoft.com/office/officeart/2005/8/layout/chevron1"/>
    <dgm:cxn modelId="{73C80975-65FE-4054-8B6A-5C85ACCB92D1}" type="presParOf" srcId="{2DF5396B-BCA1-4531-B3D6-2465070263B2}" destId="{6A110661-C676-4930-9CA6-95053377CDD0}" srcOrd="2" destOrd="0" presId="urn:microsoft.com/office/officeart/2005/8/layout/chevron1"/>
    <dgm:cxn modelId="{7D6449A3-6546-4BB5-A198-9FDC0C1BDB69}" type="presParOf" srcId="{2DF5396B-BCA1-4531-B3D6-2465070263B2}" destId="{780B3BE8-0456-4904-9C00-2AF405AFF6FB}" srcOrd="3" destOrd="0" presId="urn:microsoft.com/office/officeart/2005/8/layout/chevron1"/>
    <dgm:cxn modelId="{9F67E404-B12A-484D-864E-6E8991CCAB70}" type="presParOf" srcId="{2DF5396B-BCA1-4531-B3D6-2465070263B2}" destId="{B09C38F0-B314-436A-970A-776CE74D9293}" srcOrd="4" destOrd="0" presId="urn:microsoft.com/office/officeart/2005/8/layout/chevron1"/>
    <dgm:cxn modelId="{6F637EE3-C201-43E9-9A89-4587817D6549}" type="presParOf" srcId="{2DF5396B-BCA1-4531-B3D6-2465070263B2}" destId="{E0C1B0AC-CEE0-435D-B4EB-E1F84627336E}" srcOrd="5" destOrd="0" presId="urn:microsoft.com/office/officeart/2005/8/layout/chevron1"/>
    <dgm:cxn modelId="{6184DF30-D668-4042-83BE-A86F6C8C9F4A}" type="presParOf" srcId="{2DF5396B-BCA1-4531-B3D6-2465070263B2}" destId="{11325499-00A9-48DF-AE90-40228600562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D73EC9-5E14-48B6-BBDA-FDA67567614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E1604B66-4298-47A5-81AE-EC44A6C15D4B}">
      <dgm:prSet phldrT="[Text]"/>
      <dgm:spPr>
        <a:solidFill>
          <a:srgbClr val="4F6069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C1C15C5C-3FAE-4BE5-82D2-CBC1829F369C}" type="parTrans" cxnId="{E3EB693D-6703-4033-B26D-EC36F7DAF7F3}">
      <dgm:prSet/>
      <dgm:spPr/>
      <dgm:t>
        <a:bodyPr/>
        <a:lstStyle/>
        <a:p>
          <a:endParaRPr lang="en-US"/>
        </a:p>
      </dgm:t>
    </dgm:pt>
    <dgm:pt modelId="{87F5DC3B-B9D8-4744-AD86-AE1364FD3F58}" type="sibTrans" cxnId="{E3EB693D-6703-4033-B26D-EC36F7DAF7F3}">
      <dgm:prSet/>
      <dgm:spPr/>
      <dgm:t>
        <a:bodyPr/>
        <a:lstStyle/>
        <a:p>
          <a:endParaRPr lang="en-US"/>
        </a:p>
      </dgm:t>
    </dgm:pt>
    <dgm:pt modelId="{2E61F534-9A1A-49F8-BD59-0ABB282378C6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F66A92-2EF9-41BB-A343-DD5EFE5F4AF0}" type="parTrans" cxnId="{9355DB2C-0E04-4FC3-BFF4-3E2DE7357A53}">
      <dgm:prSet/>
      <dgm:spPr/>
      <dgm:t>
        <a:bodyPr/>
        <a:lstStyle/>
        <a:p>
          <a:endParaRPr lang="en-US"/>
        </a:p>
      </dgm:t>
    </dgm:pt>
    <dgm:pt modelId="{77486F04-8D23-46C2-B0F6-20977C4AFB5D}" type="sibTrans" cxnId="{9355DB2C-0E04-4FC3-BFF4-3E2DE7357A53}">
      <dgm:prSet/>
      <dgm:spPr/>
      <dgm:t>
        <a:bodyPr/>
        <a:lstStyle/>
        <a:p>
          <a:endParaRPr lang="en-US"/>
        </a:p>
      </dgm:t>
    </dgm:pt>
    <dgm:pt modelId="{6858D144-40A5-40EC-A80D-5760A307F72B}">
      <dgm:prSet phldrT="[Text]"/>
      <dgm:spPr>
        <a:solidFill>
          <a:srgbClr val="97A8AF"/>
        </a:solidFill>
      </dgm:spPr>
      <dgm:t>
        <a:bodyPr/>
        <a:lstStyle/>
        <a:p>
          <a:r>
            <a:rPr lang="it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B6535D-1717-4E86-BF70-19421520D9B6}" type="parTrans" cxnId="{96CA8736-57FE-4D49-94F7-6E1705948B38}">
      <dgm:prSet/>
      <dgm:spPr/>
      <dgm:t>
        <a:bodyPr/>
        <a:lstStyle/>
        <a:p>
          <a:endParaRPr lang="en-US"/>
        </a:p>
      </dgm:t>
    </dgm:pt>
    <dgm:pt modelId="{6407C358-901B-49D5-9486-5C6CE56115DA}" type="sibTrans" cxnId="{96CA8736-57FE-4D49-94F7-6E1705948B38}">
      <dgm:prSet/>
      <dgm:spPr/>
      <dgm:t>
        <a:bodyPr/>
        <a:lstStyle/>
        <a:p>
          <a:endParaRPr lang="en-US"/>
        </a:p>
      </dgm:t>
    </dgm:pt>
    <dgm:pt modelId="{0E2D78F9-879E-4B27-A688-84449602C39A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gm:t>
    </dgm:pt>
    <dgm:pt modelId="{DA184154-66C6-4029-9813-9A0F174335FC}" type="parTrans" cxnId="{F23B211E-FF1C-4414-ADAC-EF3DAD1ABCAE}">
      <dgm:prSet/>
      <dgm:spPr/>
      <dgm:t>
        <a:bodyPr/>
        <a:lstStyle/>
        <a:p>
          <a:endParaRPr lang="en-US"/>
        </a:p>
      </dgm:t>
    </dgm:pt>
    <dgm:pt modelId="{E75D59A9-F227-4FC2-8CD9-3D173125BBBE}" type="sibTrans" cxnId="{F23B211E-FF1C-4414-ADAC-EF3DAD1ABCAE}">
      <dgm:prSet/>
      <dgm:spPr/>
      <dgm:t>
        <a:bodyPr/>
        <a:lstStyle/>
        <a:p>
          <a:endParaRPr lang="en-US"/>
        </a:p>
      </dgm:t>
    </dgm:pt>
    <dgm:pt modelId="{2DF5396B-BCA1-4531-B3D6-2465070263B2}" type="pres">
      <dgm:prSet presAssocID="{39D73EC9-5E14-48B6-BBDA-FDA67567614C}" presName="Name0" presStyleCnt="0">
        <dgm:presLayoutVars>
          <dgm:dir/>
          <dgm:animLvl val="lvl"/>
          <dgm:resizeHandles val="exact"/>
        </dgm:presLayoutVars>
      </dgm:prSet>
      <dgm:spPr/>
    </dgm:pt>
    <dgm:pt modelId="{E39757E4-4498-467E-B3C3-A2049ED071B6}" type="pres">
      <dgm:prSet presAssocID="{E1604B66-4298-47A5-81AE-EC44A6C15D4B}" presName="parTxOnly" presStyleLbl="node1" presStyleIdx="0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7A3F0259-BDF6-4B01-ADC4-755E6E3A8A31}" type="pres">
      <dgm:prSet presAssocID="{87F5DC3B-B9D8-4744-AD86-AE1364FD3F58}" presName="parTxOnlySpace" presStyleCnt="0"/>
      <dgm:spPr/>
    </dgm:pt>
    <dgm:pt modelId="{6A110661-C676-4930-9CA6-95053377CDD0}" type="pres">
      <dgm:prSet presAssocID="{0E2D78F9-879E-4B27-A688-84449602C39A}" presName="parTxOnly" presStyleLbl="node1" presStyleIdx="1" presStyleCnt="4" custLinFactNeighborX="-55801" custLinFactNeighborY="7160">
        <dgm:presLayoutVars>
          <dgm:chMax val="0"/>
          <dgm:chPref val="0"/>
          <dgm:bulletEnabled val="1"/>
        </dgm:presLayoutVars>
      </dgm:prSet>
      <dgm:spPr/>
    </dgm:pt>
    <dgm:pt modelId="{780B3BE8-0456-4904-9C00-2AF405AFF6FB}" type="pres">
      <dgm:prSet presAssocID="{E75D59A9-F227-4FC2-8CD9-3D173125BBBE}" presName="parTxOnlySpace" presStyleCnt="0"/>
      <dgm:spPr/>
    </dgm:pt>
    <dgm:pt modelId="{B09C38F0-B314-436A-970A-776CE74D9293}" type="pres">
      <dgm:prSet presAssocID="{2E61F534-9A1A-49F8-BD59-0ABB282378C6}" presName="parTxOnly" presStyleLbl="node1" presStyleIdx="2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E0C1B0AC-CEE0-435D-B4EB-E1F84627336E}" type="pres">
      <dgm:prSet presAssocID="{77486F04-8D23-46C2-B0F6-20977C4AFB5D}" presName="parTxOnlySpace" presStyleCnt="0"/>
      <dgm:spPr/>
    </dgm:pt>
    <dgm:pt modelId="{11325499-00A9-48DF-AE90-402286005626}" type="pres">
      <dgm:prSet presAssocID="{6858D144-40A5-40EC-A80D-5760A307F72B}" presName="parTxOnly" presStyleLbl="node1" presStyleIdx="3" presStyleCnt="4" custLinFactX="-6931" custLinFactNeighborX="-100000" custLinFactNeighborY="1105">
        <dgm:presLayoutVars>
          <dgm:chMax val="0"/>
          <dgm:chPref val="0"/>
          <dgm:bulletEnabled val="1"/>
        </dgm:presLayoutVars>
      </dgm:prSet>
      <dgm:spPr/>
    </dgm:pt>
  </dgm:ptLst>
  <dgm:cxnLst>
    <dgm:cxn modelId="{F23B211E-FF1C-4414-ADAC-EF3DAD1ABCAE}" srcId="{39D73EC9-5E14-48B6-BBDA-FDA67567614C}" destId="{0E2D78F9-879E-4B27-A688-84449602C39A}" srcOrd="1" destOrd="0" parTransId="{DA184154-66C6-4029-9813-9A0F174335FC}" sibTransId="{E75D59A9-F227-4FC2-8CD9-3D173125BBBE}"/>
    <dgm:cxn modelId="{9355DB2C-0E04-4FC3-BFF4-3E2DE7357A53}" srcId="{39D73EC9-5E14-48B6-BBDA-FDA67567614C}" destId="{2E61F534-9A1A-49F8-BD59-0ABB282378C6}" srcOrd="2" destOrd="0" parTransId="{1DF66A92-2EF9-41BB-A343-DD5EFE5F4AF0}" sibTransId="{77486F04-8D23-46C2-B0F6-20977C4AFB5D}"/>
    <dgm:cxn modelId="{079FA82D-464A-4425-B8D3-1BA080A3CC35}" type="presOf" srcId="{2E61F534-9A1A-49F8-BD59-0ABB282378C6}" destId="{B09C38F0-B314-436A-970A-776CE74D9293}" srcOrd="0" destOrd="0" presId="urn:microsoft.com/office/officeart/2005/8/layout/chevron1"/>
    <dgm:cxn modelId="{96CA8736-57FE-4D49-94F7-6E1705948B38}" srcId="{39D73EC9-5E14-48B6-BBDA-FDA67567614C}" destId="{6858D144-40A5-40EC-A80D-5760A307F72B}" srcOrd="3" destOrd="0" parTransId="{28B6535D-1717-4E86-BF70-19421520D9B6}" sibTransId="{6407C358-901B-49D5-9486-5C6CE56115DA}"/>
    <dgm:cxn modelId="{E3EB693D-6703-4033-B26D-EC36F7DAF7F3}" srcId="{39D73EC9-5E14-48B6-BBDA-FDA67567614C}" destId="{E1604B66-4298-47A5-81AE-EC44A6C15D4B}" srcOrd="0" destOrd="0" parTransId="{C1C15C5C-3FAE-4BE5-82D2-CBC1829F369C}" sibTransId="{87F5DC3B-B9D8-4744-AD86-AE1364FD3F58}"/>
    <dgm:cxn modelId="{35962B7E-250C-43EE-8201-6EBBB3E073F2}" type="presOf" srcId="{E1604B66-4298-47A5-81AE-EC44A6C15D4B}" destId="{E39757E4-4498-467E-B3C3-A2049ED071B6}" srcOrd="0" destOrd="0" presId="urn:microsoft.com/office/officeart/2005/8/layout/chevron1"/>
    <dgm:cxn modelId="{7036A1AB-388A-47B6-BAD7-83461BF605A7}" type="presOf" srcId="{0E2D78F9-879E-4B27-A688-84449602C39A}" destId="{6A110661-C676-4930-9CA6-95053377CDD0}" srcOrd="0" destOrd="0" presId="urn:microsoft.com/office/officeart/2005/8/layout/chevron1"/>
    <dgm:cxn modelId="{467578B9-ECD5-4162-83F7-B17A5ACF66DE}" type="presOf" srcId="{39D73EC9-5E14-48B6-BBDA-FDA67567614C}" destId="{2DF5396B-BCA1-4531-B3D6-2465070263B2}" srcOrd="0" destOrd="0" presId="urn:microsoft.com/office/officeart/2005/8/layout/chevron1"/>
    <dgm:cxn modelId="{59F36DC7-91C8-4700-B49B-3C26EE597581}" type="presOf" srcId="{6858D144-40A5-40EC-A80D-5760A307F72B}" destId="{11325499-00A9-48DF-AE90-402286005626}" srcOrd="0" destOrd="0" presId="urn:microsoft.com/office/officeart/2005/8/layout/chevron1"/>
    <dgm:cxn modelId="{BB18ACF4-60B6-4B48-861D-1E2CF3321B97}" type="presParOf" srcId="{2DF5396B-BCA1-4531-B3D6-2465070263B2}" destId="{E39757E4-4498-467E-B3C3-A2049ED071B6}" srcOrd="0" destOrd="0" presId="urn:microsoft.com/office/officeart/2005/8/layout/chevron1"/>
    <dgm:cxn modelId="{95813CD1-5A59-4558-A689-837AB80934F4}" type="presParOf" srcId="{2DF5396B-BCA1-4531-B3D6-2465070263B2}" destId="{7A3F0259-BDF6-4B01-ADC4-755E6E3A8A31}" srcOrd="1" destOrd="0" presId="urn:microsoft.com/office/officeart/2005/8/layout/chevron1"/>
    <dgm:cxn modelId="{73C80975-65FE-4054-8B6A-5C85ACCB92D1}" type="presParOf" srcId="{2DF5396B-BCA1-4531-B3D6-2465070263B2}" destId="{6A110661-C676-4930-9CA6-95053377CDD0}" srcOrd="2" destOrd="0" presId="urn:microsoft.com/office/officeart/2005/8/layout/chevron1"/>
    <dgm:cxn modelId="{7D6449A3-6546-4BB5-A198-9FDC0C1BDB69}" type="presParOf" srcId="{2DF5396B-BCA1-4531-B3D6-2465070263B2}" destId="{780B3BE8-0456-4904-9C00-2AF405AFF6FB}" srcOrd="3" destOrd="0" presId="urn:microsoft.com/office/officeart/2005/8/layout/chevron1"/>
    <dgm:cxn modelId="{9F67E404-B12A-484D-864E-6E8991CCAB70}" type="presParOf" srcId="{2DF5396B-BCA1-4531-B3D6-2465070263B2}" destId="{B09C38F0-B314-436A-970A-776CE74D9293}" srcOrd="4" destOrd="0" presId="urn:microsoft.com/office/officeart/2005/8/layout/chevron1"/>
    <dgm:cxn modelId="{6F637EE3-C201-43E9-9A89-4587817D6549}" type="presParOf" srcId="{2DF5396B-BCA1-4531-B3D6-2465070263B2}" destId="{E0C1B0AC-CEE0-435D-B4EB-E1F84627336E}" srcOrd="5" destOrd="0" presId="urn:microsoft.com/office/officeart/2005/8/layout/chevron1"/>
    <dgm:cxn modelId="{6184DF30-D668-4042-83BE-A86F6C8C9F4A}" type="presParOf" srcId="{2DF5396B-BCA1-4531-B3D6-2465070263B2}" destId="{11325499-00A9-48DF-AE90-40228600562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9D73EC9-5E14-48B6-BBDA-FDA67567614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E1604B66-4298-47A5-81AE-EC44A6C15D4B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C1C15C5C-3FAE-4BE5-82D2-CBC1829F369C}" type="parTrans" cxnId="{E3EB693D-6703-4033-B26D-EC36F7DAF7F3}">
      <dgm:prSet/>
      <dgm:spPr/>
      <dgm:t>
        <a:bodyPr/>
        <a:lstStyle/>
        <a:p>
          <a:endParaRPr lang="en-US"/>
        </a:p>
      </dgm:t>
    </dgm:pt>
    <dgm:pt modelId="{87F5DC3B-B9D8-4744-AD86-AE1364FD3F58}" type="sibTrans" cxnId="{E3EB693D-6703-4033-B26D-EC36F7DAF7F3}">
      <dgm:prSet/>
      <dgm:spPr/>
      <dgm:t>
        <a:bodyPr/>
        <a:lstStyle/>
        <a:p>
          <a:endParaRPr lang="en-US"/>
        </a:p>
      </dgm:t>
    </dgm:pt>
    <dgm:pt modelId="{2E61F534-9A1A-49F8-BD59-0ABB282378C6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F66A92-2EF9-41BB-A343-DD5EFE5F4AF0}" type="parTrans" cxnId="{9355DB2C-0E04-4FC3-BFF4-3E2DE7357A53}">
      <dgm:prSet/>
      <dgm:spPr/>
      <dgm:t>
        <a:bodyPr/>
        <a:lstStyle/>
        <a:p>
          <a:endParaRPr lang="en-US"/>
        </a:p>
      </dgm:t>
    </dgm:pt>
    <dgm:pt modelId="{77486F04-8D23-46C2-B0F6-20977C4AFB5D}" type="sibTrans" cxnId="{9355DB2C-0E04-4FC3-BFF4-3E2DE7357A53}">
      <dgm:prSet/>
      <dgm:spPr/>
      <dgm:t>
        <a:bodyPr/>
        <a:lstStyle/>
        <a:p>
          <a:endParaRPr lang="en-US"/>
        </a:p>
      </dgm:t>
    </dgm:pt>
    <dgm:pt modelId="{6858D144-40A5-40EC-A80D-5760A307F72B}">
      <dgm:prSet phldrT="[Text]"/>
      <dgm:spPr>
        <a:solidFill>
          <a:srgbClr val="97A8AF"/>
        </a:solidFill>
      </dgm:spPr>
      <dgm:t>
        <a:bodyPr/>
        <a:lstStyle/>
        <a:p>
          <a:r>
            <a:rPr lang="it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B6535D-1717-4E86-BF70-19421520D9B6}" type="parTrans" cxnId="{96CA8736-57FE-4D49-94F7-6E1705948B38}">
      <dgm:prSet/>
      <dgm:spPr/>
      <dgm:t>
        <a:bodyPr/>
        <a:lstStyle/>
        <a:p>
          <a:endParaRPr lang="en-US"/>
        </a:p>
      </dgm:t>
    </dgm:pt>
    <dgm:pt modelId="{6407C358-901B-49D5-9486-5C6CE56115DA}" type="sibTrans" cxnId="{96CA8736-57FE-4D49-94F7-6E1705948B38}">
      <dgm:prSet/>
      <dgm:spPr/>
      <dgm:t>
        <a:bodyPr/>
        <a:lstStyle/>
        <a:p>
          <a:endParaRPr lang="en-US"/>
        </a:p>
      </dgm:t>
    </dgm:pt>
    <dgm:pt modelId="{0E2D78F9-879E-4B27-A688-84449602C39A}">
      <dgm:prSet phldrT="[Text]"/>
      <dgm:spPr>
        <a:solidFill>
          <a:srgbClr val="4F6069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gm:t>
    </dgm:pt>
    <dgm:pt modelId="{DA184154-66C6-4029-9813-9A0F174335FC}" type="parTrans" cxnId="{F23B211E-FF1C-4414-ADAC-EF3DAD1ABCAE}">
      <dgm:prSet/>
      <dgm:spPr/>
      <dgm:t>
        <a:bodyPr/>
        <a:lstStyle/>
        <a:p>
          <a:endParaRPr lang="en-US"/>
        </a:p>
      </dgm:t>
    </dgm:pt>
    <dgm:pt modelId="{E75D59A9-F227-4FC2-8CD9-3D173125BBBE}" type="sibTrans" cxnId="{F23B211E-FF1C-4414-ADAC-EF3DAD1ABCAE}">
      <dgm:prSet/>
      <dgm:spPr/>
      <dgm:t>
        <a:bodyPr/>
        <a:lstStyle/>
        <a:p>
          <a:endParaRPr lang="en-US"/>
        </a:p>
      </dgm:t>
    </dgm:pt>
    <dgm:pt modelId="{2DF5396B-BCA1-4531-B3D6-2465070263B2}" type="pres">
      <dgm:prSet presAssocID="{39D73EC9-5E14-48B6-BBDA-FDA67567614C}" presName="Name0" presStyleCnt="0">
        <dgm:presLayoutVars>
          <dgm:dir/>
          <dgm:animLvl val="lvl"/>
          <dgm:resizeHandles val="exact"/>
        </dgm:presLayoutVars>
      </dgm:prSet>
      <dgm:spPr/>
    </dgm:pt>
    <dgm:pt modelId="{E39757E4-4498-467E-B3C3-A2049ED071B6}" type="pres">
      <dgm:prSet presAssocID="{E1604B66-4298-47A5-81AE-EC44A6C15D4B}" presName="parTxOnly" presStyleLbl="node1" presStyleIdx="0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7A3F0259-BDF6-4B01-ADC4-755E6E3A8A31}" type="pres">
      <dgm:prSet presAssocID="{87F5DC3B-B9D8-4744-AD86-AE1364FD3F58}" presName="parTxOnlySpace" presStyleCnt="0"/>
      <dgm:spPr/>
    </dgm:pt>
    <dgm:pt modelId="{6A110661-C676-4930-9CA6-95053377CDD0}" type="pres">
      <dgm:prSet presAssocID="{0E2D78F9-879E-4B27-A688-84449602C39A}" presName="parTxOnly" presStyleLbl="node1" presStyleIdx="1" presStyleCnt="4" custLinFactNeighborX="-55801" custLinFactNeighborY="7160">
        <dgm:presLayoutVars>
          <dgm:chMax val="0"/>
          <dgm:chPref val="0"/>
          <dgm:bulletEnabled val="1"/>
        </dgm:presLayoutVars>
      </dgm:prSet>
      <dgm:spPr/>
    </dgm:pt>
    <dgm:pt modelId="{780B3BE8-0456-4904-9C00-2AF405AFF6FB}" type="pres">
      <dgm:prSet presAssocID="{E75D59A9-F227-4FC2-8CD9-3D173125BBBE}" presName="parTxOnlySpace" presStyleCnt="0"/>
      <dgm:spPr/>
    </dgm:pt>
    <dgm:pt modelId="{B09C38F0-B314-436A-970A-776CE74D9293}" type="pres">
      <dgm:prSet presAssocID="{2E61F534-9A1A-49F8-BD59-0ABB282378C6}" presName="parTxOnly" presStyleLbl="node1" presStyleIdx="2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E0C1B0AC-CEE0-435D-B4EB-E1F84627336E}" type="pres">
      <dgm:prSet presAssocID="{77486F04-8D23-46C2-B0F6-20977C4AFB5D}" presName="parTxOnlySpace" presStyleCnt="0"/>
      <dgm:spPr/>
    </dgm:pt>
    <dgm:pt modelId="{11325499-00A9-48DF-AE90-402286005626}" type="pres">
      <dgm:prSet presAssocID="{6858D144-40A5-40EC-A80D-5760A307F72B}" presName="parTxOnly" presStyleLbl="node1" presStyleIdx="3" presStyleCnt="4" custLinFactX="-6931" custLinFactNeighborX="-100000" custLinFactNeighborY="1105">
        <dgm:presLayoutVars>
          <dgm:chMax val="0"/>
          <dgm:chPref val="0"/>
          <dgm:bulletEnabled val="1"/>
        </dgm:presLayoutVars>
      </dgm:prSet>
      <dgm:spPr/>
    </dgm:pt>
  </dgm:ptLst>
  <dgm:cxnLst>
    <dgm:cxn modelId="{F23B211E-FF1C-4414-ADAC-EF3DAD1ABCAE}" srcId="{39D73EC9-5E14-48B6-BBDA-FDA67567614C}" destId="{0E2D78F9-879E-4B27-A688-84449602C39A}" srcOrd="1" destOrd="0" parTransId="{DA184154-66C6-4029-9813-9A0F174335FC}" sibTransId="{E75D59A9-F227-4FC2-8CD9-3D173125BBBE}"/>
    <dgm:cxn modelId="{9355DB2C-0E04-4FC3-BFF4-3E2DE7357A53}" srcId="{39D73EC9-5E14-48B6-BBDA-FDA67567614C}" destId="{2E61F534-9A1A-49F8-BD59-0ABB282378C6}" srcOrd="2" destOrd="0" parTransId="{1DF66A92-2EF9-41BB-A343-DD5EFE5F4AF0}" sibTransId="{77486F04-8D23-46C2-B0F6-20977C4AFB5D}"/>
    <dgm:cxn modelId="{079FA82D-464A-4425-B8D3-1BA080A3CC35}" type="presOf" srcId="{2E61F534-9A1A-49F8-BD59-0ABB282378C6}" destId="{B09C38F0-B314-436A-970A-776CE74D9293}" srcOrd="0" destOrd="0" presId="urn:microsoft.com/office/officeart/2005/8/layout/chevron1"/>
    <dgm:cxn modelId="{96CA8736-57FE-4D49-94F7-6E1705948B38}" srcId="{39D73EC9-5E14-48B6-BBDA-FDA67567614C}" destId="{6858D144-40A5-40EC-A80D-5760A307F72B}" srcOrd="3" destOrd="0" parTransId="{28B6535D-1717-4E86-BF70-19421520D9B6}" sibTransId="{6407C358-901B-49D5-9486-5C6CE56115DA}"/>
    <dgm:cxn modelId="{E3EB693D-6703-4033-B26D-EC36F7DAF7F3}" srcId="{39D73EC9-5E14-48B6-BBDA-FDA67567614C}" destId="{E1604B66-4298-47A5-81AE-EC44A6C15D4B}" srcOrd="0" destOrd="0" parTransId="{C1C15C5C-3FAE-4BE5-82D2-CBC1829F369C}" sibTransId="{87F5DC3B-B9D8-4744-AD86-AE1364FD3F58}"/>
    <dgm:cxn modelId="{35962B7E-250C-43EE-8201-6EBBB3E073F2}" type="presOf" srcId="{E1604B66-4298-47A5-81AE-EC44A6C15D4B}" destId="{E39757E4-4498-467E-B3C3-A2049ED071B6}" srcOrd="0" destOrd="0" presId="urn:microsoft.com/office/officeart/2005/8/layout/chevron1"/>
    <dgm:cxn modelId="{7036A1AB-388A-47B6-BAD7-83461BF605A7}" type="presOf" srcId="{0E2D78F9-879E-4B27-A688-84449602C39A}" destId="{6A110661-C676-4930-9CA6-95053377CDD0}" srcOrd="0" destOrd="0" presId="urn:microsoft.com/office/officeart/2005/8/layout/chevron1"/>
    <dgm:cxn modelId="{467578B9-ECD5-4162-83F7-B17A5ACF66DE}" type="presOf" srcId="{39D73EC9-5E14-48B6-BBDA-FDA67567614C}" destId="{2DF5396B-BCA1-4531-B3D6-2465070263B2}" srcOrd="0" destOrd="0" presId="urn:microsoft.com/office/officeart/2005/8/layout/chevron1"/>
    <dgm:cxn modelId="{59F36DC7-91C8-4700-B49B-3C26EE597581}" type="presOf" srcId="{6858D144-40A5-40EC-A80D-5760A307F72B}" destId="{11325499-00A9-48DF-AE90-402286005626}" srcOrd="0" destOrd="0" presId="urn:microsoft.com/office/officeart/2005/8/layout/chevron1"/>
    <dgm:cxn modelId="{BB18ACF4-60B6-4B48-861D-1E2CF3321B97}" type="presParOf" srcId="{2DF5396B-BCA1-4531-B3D6-2465070263B2}" destId="{E39757E4-4498-467E-B3C3-A2049ED071B6}" srcOrd="0" destOrd="0" presId="urn:microsoft.com/office/officeart/2005/8/layout/chevron1"/>
    <dgm:cxn modelId="{95813CD1-5A59-4558-A689-837AB80934F4}" type="presParOf" srcId="{2DF5396B-BCA1-4531-B3D6-2465070263B2}" destId="{7A3F0259-BDF6-4B01-ADC4-755E6E3A8A31}" srcOrd="1" destOrd="0" presId="urn:microsoft.com/office/officeart/2005/8/layout/chevron1"/>
    <dgm:cxn modelId="{73C80975-65FE-4054-8B6A-5C85ACCB92D1}" type="presParOf" srcId="{2DF5396B-BCA1-4531-B3D6-2465070263B2}" destId="{6A110661-C676-4930-9CA6-95053377CDD0}" srcOrd="2" destOrd="0" presId="urn:microsoft.com/office/officeart/2005/8/layout/chevron1"/>
    <dgm:cxn modelId="{7D6449A3-6546-4BB5-A198-9FDC0C1BDB69}" type="presParOf" srcId="{2DF5396B-BCA1-4531-B3D6-2465070263B2}" destId="{780B3BE8-0456-4904-9C00-2AF405AFF6FB}" srcOrd="3" destOrd="0" presId="urn:microsoft.com/office/officeart/2005/8/layout/chevron1"/>
    <dgm:cxn modelId="{9F67E404-B12A-484D-864E-6E8991CCAB70}" type="presParOf" srcId="{2DF5396B-BCA1-4531-B3D6-2465070263B2}" destId="{B09C38F0-B314-436A-970A-776CE74D9293}" srcOrd="4" destOrd="0" presId="urn:microsoft.com/office/officeart/2005/8/layout/chevron1"/>
    <dgm:cxn modelId="{6F637EE3-C201-43E9-9A89-4587817D6549}" type="presParOf" srcId="{2DF5396B-BCA1-4531-B3D6-2465070263B2}" destId="{E0C1B0AC-CEE0-435D-B4EB-E1F84627336E}" srcOrd="5" destOrd="0" presId="urn:microsoft.com/office/officeart/2005/8/layout/chevron1"/>
    <dgm:cxn modelId="{6184DF30-D668-4042-83BE-A86F6C8C9F4A}" type="presParOf" srcId="{2DF5396B-BCA1-4531-B3D6-2465070263B2}" destId="{11325499-00A9-48DF-AE90-40228600562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9D73EC9-5E14-48B6-BBDA-FDA67567614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E1604B66-4298-47A5-81AE-EC44A6C15D4B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C1C15C5C-3FAE-4BE5-82D2-CBC1829F369C}" type="parTrans" cxnId="{E3EB693D-6703-4033-B26D-EC36F7DAF7F3}">
      <dgm:prSet/>
      <dgm:spPr/>
      <dgm:t>
        <a:bodyPr/>
        <a:lstStyle/>
        <a:p>
          <a:endParaRPr lang="en-US"/>
        </a:p>
      </dgm:t>
    </dgm:pt>
    <dgm:pt modelId="{87F5DC3B-B9D8-4744-AD86-AE1364FD3F58}" type="sibTrans" cxnId="{E3EB693D-6703-4033-B26D-EC36F7DAF7F3}">
      <dgm:prSet/>
      <dgm:spPr/>
      <dgm:t>
        <a:bodyPr/>
        <a:lstStyle/>
        <a:p>
          <a:endParaRPr lang="en-US"/>
        </a:p>
      </dgm:t>
    </dgm:pt>
    <dgm:pt modelId="{2E61F534-9A1A-49F8-BD59-0ABB282378C6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F66A92-2EF9-41BB-A343-DD5EFE5F4AF0}" type="parTrans" cxnId="{9355DB2C-0E04-4FC3-BFF4-3E2DE7357A53}">
      <dgm:prSet/>
      <dgm:spPr/>
      <dgm:t>
        <a:bodyPr/>
        <a:lstStyle/>
        <a:p>
          <a:endParaRPr lang="en-US"/>
        </a:p>
      </dgm:t>
    </dgm:pt>
    <dgm:pt modelId="{77486F04-8D23-46C2-B0F6-20977C4AFB5D}" type="sibTrans" cxnId="{9355DB2C-0E04-4FC3-BFF4-3E2DE7357A53}">
      <dgm:prSet/>
      <dgm:spPr/>
      <dgm:t>
        <a:bodyPr/>
        <a:lstStyle/>
        <a:p>
          <a:endParaRPr lang="en-US"/>
        </a:p>
      </dgm:t>
    </dgm:pt>
    <dgm:pt modelId="{6858D144-40A5-40EC-A80D-5760A307F72B}">
      <dgm:prSet phldrT="[Text]"/>
      <dgm:spPr>
        <a:solidFill>
          <a:srgbClr val="97A8AF"/>
        </a:solidFill>
      </dgm:spPr>
      <dgm:t>
        <a:bodyPr/>
        <a:lstStyle/>
        <a:p>
          <a:r>
            <a:rPr lang="it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B6535D-1717-4E86-BF70-19421520D9B6}" type="parTrans" cxnId="{96CA8736-57FE-4D49-94F7-6E1705948B38}">
      <dgm:prSet/>
      <dgm:spPr/>
      <dgm:t>
        <a:bodyPr/>
        <a:lstStyle/>
        <a:p>
          <a:endParaRPr lang="en-US"/>
        </a:p>
      </dgm:t>
    </dgm:pt>
    <dgm:pt modelId="{6407C358-901B-49D5-9486-5C6CE56115DA}" type="sibTrans" cxnId="{96CA8736-57FE-4D49-94F7-6E1705948B38}">
      <dgm:prSet/>
      <dgm:spPr/>
      <dgm:t>
        <a:bodyPr/>
        <a:lstStyle/>
        <a:p>
          <a:endParaRPr lang="en-US"/>
        </a:p>
      </dgm:t>
    </dgm:pt>
    <dgm:pt modelId="{0E2D78F9-879E-4B27-A688-84449602C39A}">
      <dgm:prSet phldrT="[Text]"/>
      <dgm:spPr>
        <a:solidFill>
          <a:srgbClr val="4F6069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gm:t>
    </dgm:pt>
    <dgm:pt modelId="{DA184154-66C6-4029-9813-9A0F174335FC}" type="parTrans" cxnId="{F23B211E-FF1C-4414-ADAC-EF3DAD1ABCAE}">
      <dgm:prSet/>
      <dgm:spPr/>
      <dgm:t>
        <a:bodyPr/>
        <a:lstStyle/>
        <a:p>
          <a:endParaRPr lang="en-US"/>
        </a:p>
      </dgm:t>
    </dgm:pt>
    <dgm:pt modelId="{E75D59A9-F227-4FC2-8CD9-3D173125BBBE}" type="sibTrans" cxnId="{F23B211E-FF1C-4414-ADAC-EF3DAD1ABCAE}">
      <dgm:prSet/>
      <dgm:spPr/>
      <dgm:t>
        <a:bodyPr/>
        <a:lstStyle/>
        <a:p>
          <a:endParaRPr lang="en-US"/>
        </a:p>
      </dgm:t>
    </dgm:pt>
    <dgm:pt modelId="{2DF5396B-BCA1-4531-B3D6-2465070263B2}" type="pres">
      <dgm:prSet presAssocID="{39D73EC9-5E14-48B6-BBDA-FDA67567614C}" presName="Name0" presStyleCnt="0">
        <dgm:presLayoutVars>
          <dgm:dir/>
          <dgm:animLvl val="lvl"/>
          <dgm:resizeHandles val="exact"/>
        </dgm:presLayoutVars>
      </dgm:prSet>
      <dgm:spPr/>
    </dgm:pt>
    <dgm:pt modelId="{E39757E4-4498-467E-B3C3-A2049ED071B6}" type="pres">
      <dgm:prSet presAssocID="{E1604B66-4298-47A5-81AE-EC44A6C15D4B}" presName="parTxOnly" presStyleLbl="node1" presStyleIdx="0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7A3F0259-BDF6-4B01-ADC4-755E6E3A8A31}" type="pres">
      <dgm:prSet presAssocID="{87F5DC3B-B9D8-4744-AD86-AE1364FD3F58}" presName="parTxOnlySpace" presStyleCnt="0"/>
      <dgm:spPr/>
    </dgm:pt>
    <dgm:pt modelId="{6A110661-C676-4930-9CA6-95053377CDD0}" type="pres">
      <dgm:prSet presAssocID="{0E2D78F9-879E-4B27-A688-84449602C39A}" presName="parTxOnly" presStyleLbl="node1" presStyleIdx="1" presStyleCnt="4" custLinFactNeighborX="-55801" custLinFactNeighborY="7160">
        <dgm:presLayoutVars>
          <dgm:chMax val="0"/>
          <dgm:chPref val="0"/>
          <dgm:bulletEnabled val="1"/>
        </dgm:presLayoutVars>
      </dgm:prSet>
      <dgm:spPr/>
    </dgm:pt>
    <dgm:pt modelId="{780B3BE8-0456-4904-9C00-2AF405AFF6FB}" type="pres">
      <dgm:prSet presAssocID="{E75D59A9-F227-4FC2-8CD9-3D173125BBBE}" presName="parTxOnlySpace" presStyleCnt="0"/>
      <dgm:spPr/>
    </dgm:pt>
    <dgm:pt modelId="{B09C38F0-B314-436A-970A-776CE74D9293}" type="pres">
      <dgm:prSet presAssocID="{2E61F534-9A1A-49F8-BD59-0ABB282378C6}" presName="parTxOnly" presStyleLbl="node1" presStyleIdx="2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E0C1B0AC-CEE0-435D-B4EB-E1F84627336E}" type="pres">
      <dgm:prSet presAssocID="{77486F04-8D23-46C2-B0F6-20977C4AFB5D}" presName="parTxOnlySpace" presStyleCnt="0"/>
      <dgm:spPr/>
    </dgm:pt>
    <dgm:pt modelId="{11325499-00A9-48DF-AE90-402286005626}" type="pres">
      <dgm:prSet presAssocID="{6858D144-40A5-40EC-A80D-5760A307F72B}" presName="parTxOnly" presStyleLbl="node1" presStyleIdx="3" presStyleCnt="4" custLinFactX="-6931" custLinFactNeighborX="-100000" custLinFactNeighborY="1105">
        <dgm:presLayoutVars>
          <dgm:chMax val="0"/>
          <dgm:chPref val="0"/>
          <dgm:bulletEnabled val="1"/>
        </dgm:presLayoutVars>
      </dgm:prSet>
      <dgm:spPr/>
    </dgm:pt>
  </dgm:ptLst>
  <dgm:cxnLst>
    <dgm:cxn modelId="{F23B211E-FF1C-4414-ADAC-EF3DAD1ABCAE}" srcId="{39D73EC9-5E14-48B6-BBDA-FDA67567614C}" destId="{0E2D78F9-879E-4B27-A688-84449602C39A}" srcOrd="1" destOrd="0" parTransId="{DA184154-66C6-4029-9813-9A0F174335FC}" sibTransId="{E75D59A9-F227-4FC2-8CD9-3D173125BBBE}"/>
    <dgm:cxn modelId="{9355DB2C-0E04-4FC3-BFF4-3E2DE7357A53}" srcId="{39D73EC9-5E14-48B6-BBDA-FDA67567614C}" destId="{2E61F534-9A1A-49F8-BD59-0ABB282378C6}" srcOrd="2" destOrd="0" parTransId="{1DF66A92-2EF9-41BB-A343-DD5EFE5F4AF0}" sibTransId="{77486F04-8D23-46C2-B0F6-20977C4AFB5D}"/>
    <dgm:cxn modelId="{079FA82D-464A-4425-B8D3-1BA080A3CC35}" type="presOf" srcId="{2E61F534-9A1A-49F8-BD59-0ABB282378C6}" destId="{B09C38F0-B314-436A-970A-776CE74D9293}" srcOrd="0" destOrd="0" presId="urn:microsoft.com/office/officeart/2005/8/layout/chevron1"/>
    <dgm:cxn modelId="{96CA8736-57FE-4D49-94F7-6E1705948B38}" srcId="{39D73EC9-5E14-48B6-BBDA-FDA67567614C}" destId="{6858D144-40A5-40EC-A80D-5760A307F72B}" srcOrd="3" destOrd="0" parTransId="{28B6535D-1717-4E86-BF70-19421520D9B6}" sibTransId="{6407C358-901B-49D5-9486-5C6CE56115DA}"/>
    <dgm:cxn modelId="{E3EB693D-6703-4033-B26D-EC36F7DAF7F3}" srcId="{39D73EC9-5E14-48B6-BBDA-FDA67567614C}" destId="{E1604B66-4298-47A5-81AE-EC44A6C15D4B}" srcOrd="0" destOrd="0" parTransId="{C1C15C5C-3FAE-4BE5-82D2-CBC1829F369C}" sibTransId="{87F5DC3B-B9D8-4744-AD86-AE1364FD3F58}"/>
    <dgm:cxn modelId="{35962B7E-250C-43EE-8201-6EBBB3E073F2}" type="presOf" srcId="{E1604B66-4298-47A5-81AE-EC44A6C15D4B}" destId="{E39757E4-4498-467E-B3C3-A2049ED071B6}" srcOrd="0" destOrd="0" presId="urn:microsoft.com/office/officeart/2005/8/layout/chevron1"/>
    <dgm:cxn modelId="{7036A1AB-388A-47B6-BAD7-83461BF605A7}" type="presOf" srcId="{0E2D78F9-879E-4B27-A688-84449602C39A}" destId="{6A110661-C676-4930-9CA6-95053377CDD0}" srcOrd="0" destOrd="0" presId="urn:microsoft.com/office/officeart/2005/8/layout/chevron1"/>
    <dgm:cxn modelId="{467578B9-ECD5-4162-83F7-B17A5ACF66DE}" type="presOf" srcId="{39D73EC9-5E14-48B6-BBDA-FDA67567614C}" destId="{2DF5396B-BCA1-4531-B3D6-2465070263B2}" srcOrd="0" destOrd="0" presId="urn:microsoft.com/office/officeart/2005/8/layout/chevron1"/>
    <dgm:cxn modelId="{59F36DC7-91C8-4700-B49B-3C26EE597581}" type="presOf" srcId="{6858D144-40A5-40EC-A80D-5760A307F72B}" destId="{11325499-00A9-48DF-AE90-402286005626}" srcOrd="0" destOrd="0" presId="urn:microsoft.com/office/officeart/2005/8/layout/chevron1"/>
    <dgm:cxn modelId="{BB18ACF4-60B6-4B48-861D-1E2CF3321B97}" type="presParOf" srcId="{2DF5396B-BCA1-4531-B3D6-2465070263B2}" destId="{E39757E4-4498-467E-B3C3-A2049ED071B6}" srcOrd="0" destOrd="0" presId="urn:microsoft.com/office/officeart/2005/8/layout/chevron1"/>
    <dgm:cxn modelId="{95813CD1-5A59-4558-A689-837AB80934F4}" type="presParOf" srcId="{2DF5396B-BCA1-4531-B3D6-2465070263B2}" destId="{7A3F0259-BDF6-4B01-ADC4-755E6E3A8A31}" srcOrd="1" destOrd="0" presId="urn:microsoft.com/office/officeart/2005/8/layout/chevron1"/>
    <dgm:cxn modelId="{73C80975-65FE-4054-8B6A-5C85ACCB92D1}" type="presParOf" srcId="{2DF5396B-BCA1-4531-B3D6-2465070263B2}" destId="{6A110661-C676-4930-9CA6-95053377CDD0}" srcOrd="2" destOrd="0" presId="urn:microsoft.com/office/officeart/2005/8/layout/chevron1"/>
    <dgm:cxn modelId="{7D6449A3-6546-4BB5-A198-9FDC0C1BDB69}" type="presParOf" srcId="{2DF5396B-BCA1-4531-B3D6-2465070263B2}" destId="{780B3BE8-0456-4904-9C00-2AF405AFF6FB}" srcOrd="3" destOrd="0" presId="urn:microsoft.com/office/officeart/2005/8/layout/chevron1"/>
    <dgm:cxn modelId="{9F67E404-B12A-484D-864E-6E8991CCAB70}" type="presParOf" srcId="{2DF5396B-BCA1-4531-B3D6-2465070263B2}" destId="{B09C38F0-B314-436A-970A-776CE74D9293}" srcOrd="4" destOrd="0" presId="urn:microsoft.com/office/officeart/2005/8/layout/chevron1"/>
    <dgm:cxn modelId="{6F637EE3-C201-43E9-9A89-4587817D6549}" type="presParOf" srcId="{2DF5396B-BCA1-4531-B3D6-2465070263B2}" destId="{E0C1B0AC-CEE0-435D-B4EB-E1F84627336E}" srcOrd="5" destOrd="0" presId="urn:microsoft.com/office/officeart/2005/8/layout/chevron1"/>
    <dgm:cxn modelId="{6184DF30-D668-4042-83BE-A86F6C8C9F4A}" type="presParOf" srcId="{2DF5396B-BCA1-4531-B3D6-2465070263B2}" destId="{11325499-00A9-48DF-AE90-40228600562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9D73EC9-5E14-48B6-BBDA-FDA67567614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E1604B66-4298-47A5-81AE-EC44A6C15D4B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C1C15C5C-3FAE-4BE5-82D2-CBC1829F369C}" type="parTrans" cxnId="{E3EB693D-6703-4033-B26D-EC36F7DAF7F3}">
      <dgm:prSet/>
      <dgm:spPr/>
      <dgm:t>
        <a:bodyPr/>
        <a:lstStyle/>
        <a:p>
          <a:endParaRPr lang="en-US"/>
        </a:p>
      </dgm:t>
    </dgm:pt>
    <dgm:pt modelId="{87F5DC3B-B9D8-4744-AD86-AE1364FD3F58}" type="sibTrans" cxnId="{E3EB693D-6703-4033-B26D-EC36F7DAF7F3}">
      <dgm:prSet/>
      <dgm:spPr/>
      <dgm:t>
        <a:bodyPr/>
        <a:lstStyle/>
        <a:p>
          <a:endParaRPr lang="en-US"/>
        </a:p>
      </dgm:t>
    </dgm:pt>
    <dgm:pt modelId="{2E61F534-9A1A-49F8-BD59-0ABB282378C6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F66A92-2EF9-41BB-A343-DD5EFE5F4AF0}" type="parTrans" cxnId="{9355DB2C-0E04-4FC3-BFF4-3E2DE7357A53}">
      <dgm:prSet/>
      <dgm:spPr/>
      <dgm:t>
        <a:bodyPr/>
        <a:lstStyle/>
        <a:p>
          <a:endParaRPr lang="en-US"/>
        </a:p>
      </dgm:t>
    </dgm:pt>
    <dgm:pt modelId="{77486F04-8D23-46C2-B0F6-20977C4AFB5D}" type="sibTrans" cxnId="{9355DB2C-0E04-4FC3-BFF4-3E2DE7357A53}">
      <dgm:prSet/>
      <dgm:spPr/>
      <dgm:t>
        <a:bodyPr/>
        <a:lstStyle/>
        <a:p>
          <a:endParaRPr lang="en-US"/>
        </a:p>
      </dgm:t>
    </dgm:pt>
    <dgm:pt modelId="{6858D144-40A5-40EC-A80D-5760A307F72B}">
      <dgm:prSet phldrT="[Text]"/>
      <dgm:spPr>
        <a:solidFill>
          <a:srgbClr val="97A8AF"/>
        </a:solidFill>
      </dgm:spPr>
      <dgm:t>
        <a:bodyPr/>
        <a:lstStyle/>
        <a:p>
          <a:r>
            <a:rPr lang="it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B6535D-1717-4E86-BF70-19421520D9B6}" type="parTrans" cxnId="{96CA8736-57FE-4D49-94F7-6E1705948B38}">
      <dgm:prSet/>
      <dgm:spPr/>
      <dgm:t>
        <a:bodyPr/>
        <a:lstStyle/>
        <a:p>
          <a:endParaRPr lang="en-US"/>
        </a:p>
      </dgm:t>
    </dgm:pt>
    <dgm:pt modelId="{6407C358-901B-49D5-9486-5C6CE56115DA}" type="sibTrans" cxnId="{96CA8736-57FE-4D49-94F7-6E1705948B38}">
      <dgm:prSet/>
      <dgm:spPr/>
      <dgm:t>
        <a:bodyPr/>
        <a:lstStyle/>
        <a:p>
          <a:endParaRPr lang="en-US"/>
        </a:p>
      </dgm:t>
    </dgm:pt>
    <dgm:pt modelId="{0E2D78F9-879E-4B27-A688-84449602C39A}">
      <dgm:prSet phldrT="[Text]"/>
      <dgm:spPr>
        <a:solidFill>
          <a:srgbClr val="4F6069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gm:t>
    </dgm:pt>
    <dgm:pt modelId="{DA184154-66C6-4029-9813-9A0F174335FC}" type="parTrans" cxnId="{F23B211E-FF1C-4414-ADAC-EF3DAD1ABCAE}">
      <dgm:prSet/>
      <dgm:spPr/>
      <dgm:t>
        <a:bodyPr/>
        <a:lstStyle/>
        <a:p>
          <a:endParaRPr lang="en-US"/>
        </a:p>
      </dgm:t>
    </dgm:pt>
    <dgm:pt modelId="{E75D59A9-F227-4FC2-8CD9-3D173125BBBE}" type="sibTrans" cxnId="{F23B211E-FF1C-4414-ADAC-EF3DAD1ABCAE}">
      <dgm:prSet/>
      <dgm:spPr/>
      <dgm:t>
        <a:bodyPr/>
        <a:lstStyle/>
        <a:p>
          <a:endParaRPr lang="en-US"/>
        </a:p>
      </dgm:t>
    </dgm:pt>
    <dgm:pt modelId="{2DF5396B-BCA1-4531-B3D6-2465070263B2}" type="pres">
      <dgm:prSet presAssocID="{39D73EC9-5E14-48B6-BBDA-FDA67567614C}" presName="Name0" presStyleCnt="0">
        <dgm:presLayoutVars>
          <dgm:dir/>
          <dgm:animLvl val="lvl"/>
          <dgm:resizeHandles val="exact"/>
        </dgm:presLayoutVars>
      </dgm:prSet>
      <dgm:spPr/>
    </dgm:pt>
    <dgm:pt modelId="{E39757E4-4498-467E-B3C3-A2049ED071B6}" type="pres">
      <dgm:prSet presAssocID="{E1604B66-4298-47A5-81AE-EC44A6C15D4B}" presName="parTxOnly" presStyleLbl="node1" presStyleIdx="0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7A3F0259-BDF6-4B01-ADC4-755E6E3A8A31}" type="pres">
      <dgm:prSet presAssocID="{87F5DC3B-B9D8-4744-AD86-AE1364FD3F58}" presName="parTxOnlySpace" presStyleCnt="0"/>
      <dgm:spPr/>
    </dgm:pt>
    <dgm:pt modelId="{6A110661-C676-4930-9CA6-95053377CDD0}" type="pres">
      <dgm:prSet presAssocID="{0E2D78F9-879E-4B27-A688-84449602C39A}" presName="parTxOnly" presStyleLbl="node1" presStyleIdx="1" presStyleCnt="4" custLinFactNeighborX="-55801" custLinFactNeighborY="7160">
        <dgm:presLayoutVars>
          <dgm:chMax val="0"/>
          <dgm:chPref val="0"/>
          <dgm:bulletEnabled val="1"/>
        </dgm:presLayoutVars>
      </dgm:prSet>
      <dgm:spPr/>
    </dgm:pt>
    <dgm:pt modelId="{780B3BE8-0456-4904-9C00-2AF405AFF6FB}" type="pres">
      <dgm:prSet presAssocID="{E75D59A9-F227-4FC2-8CD9-3D173125BBBE}" presName="parTxOnlySpace" presStyleCnt="0"/>
      <dgm:spPr/>
    </dgm:pt>
    <dgm:pt modelId="{B09C38F0-B314-436A-970A-776CE74D9293}" type="pres">
      <dgm:prSet presAssocID="{2E61F534-9A1A-49F8-BD59-0ABB282378C6}" presName="parTxOnly" presStyleLbl="node1" presStyleIdx="2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E0C1B0AC-CEE0-435D-B4EB-E1F84627336E}" type="pres">
      <dgm:prSet presAssocID="{77486F04-8D23-46C2-B0F6-20977C4AFB5D}" presName="parTxOnlySpace" presStyleCnt="0"/>
      <dgm:spPr/>
    </dgm:pt>
    <dgm:pt modelId="{11325499-00A9-48DF-AE90-402286005626}" type="pres">
      <dgm:prSet presAssocID="{6858D144-40A5-40EC-A80D-5760A307F72B}" presName="parTxOnly" presStyleLbl="node1" presStyleIdx="3" presStyleCnt="4" custLinFactX="-6931" custLinFactNeighborX="-100000" custLinFactNeighborY="1105">
        <dgm:presLayoutVars>
          <dgm:chMax val="0"/>
          <dgm:chPref val="0"/>
          <dgm:bulletEnabled val="1"/>
        </dgm:presLayoutVars>
      </dgm:prSet>
      <dgm:spPr/>
    </dgm:pt>
  </dgm:ptLst>
  <dgm:cxnLst>
    <dgm:cxn modelId="{F23B211E-FF1C-4414-ADAC-EF3DAD1ABCAE}" srcId="{39D73EC9-5E14-48B6-BBDA-FDA67567614C}" destId="{0E2D78F9-879E-4B27-A688-84449602C39A}" srcOrd="1" destOrd="0" parTransId="{DA184154-66C6-4029-9813-9A0F174335FC}" sibTransId="{E75D59A9-F227-4FC2-8CD9-3D173125BBBE}"/>
    <dgm:cxn modelId="{9355DB2C-0E04-4FC3-BFF4-3E2DE7357A53}" srcId="{39D73EC9-5E14-48B6-BBDA-FDA67567614C}" destId="{2E61F534-9A1A-49F8-BD59-0ABB282378C6}" srcOrd="2" destOrd="0" parTransId="{1DF66A92-2EF9-41BB-A343-DD5EFE5F4AF0}" sibTransId="{77486F04-8D23-46C2-B0F6-20977C4AFB5D}"/>
    <dgm:cxn modelId="{079FA82D-464A-4425-B8D3-1BA080A3CC35}" type="presOf" srcId="{2E61F534-9A1A-49F8-BD59-0ABB282378C6}" destId="{B09C38F0-B314-436A-970A-776CE74D9293}" srcOrd="0" destOrd="0" presId="urn:microsoft.com/office/officeart/2005/8/layout/chevron1"/>
    <dgm:cxn modelId="{96CA8736-57FE-4D49-94F7-6E1705948B38}" srcId="{39D73EC9-5E14-48B6-BBDA-FDA67567614C}" destId="{6858D144-40A5-40EC-A80D-5760A307F72B}" srcOrd="3" destOrd="0" parTransId="{28B6535D-1717-4E86-BF70-19421520D9B6}" sibTransId="{6407C358-901B-49D5-9486-5C6CE56115DA}"/>
    <dgm:cxn modelId="{E3EB693D-6703-4033-B26D-EC36F7DAF7F3}" srcId="{39D73EC9-5E14-48B6-BBDA-FDA67567614C}" destId="{E1604B66-4298-47A5-81AE-EC44A6C15D4B}" srcOrd="0" destOrd="0" parTransId="{C1C15C5C-3FAE-4BE5-82D2-CBC1829F369C}" sibTransId="{87F5DC3B-B9D8-4744-AD86-AE1364FD3F58}"/>
    <dgm:cxn modelId="{35962B7E-250C-43EE-8201-6EBBB3E073F2}" type="presOf" srcId="{E1604B66-4298-47A5-81AE-EC44A6C15D4B}" destId="{E39757E4-4498-467E-B3C3-A2049ED071B6}" srcOrd="0" destOrd="0" presId="urn:microsoft.com/office/officeart/2005/8/layout/chevron1"/>
    <dgm:cxn modelId="{7036A1AB-388A-47B6-BAD7-83461BF605A7}" type="presOf" srcId="{0E2D78F9-879E-4B27-A688-84449602C39A}" destId="{6A110661-C676-4930-9CA6-95053377CDD0}" srcOrd="0" destOrd="0" presId="urn:microsoft.com/office/officeart/2005/8/layout/chevron1"/>
    <dgm:cxn modelId="{467578B9-ECD5-4162-83F7-B17A5ACF66DE}" type="presOf" srcId="{39D73EC9-5E14-48B6-BBDA-FDA67567614C}" destId="{2DF5396B-BCA1-4531-B3D6-2465070263B2}" srcOrd="0" destOrd="0" presId="urn:microsoft.com/office/officeart/2005/8/layout/chevron1"/>
    <dgm:cxn modelId="{59F36DC7-91C8-4700-B49B-3C26EE597581}" type="presOf" srcId="{6858D144-40A5-40EC-A80D-5760A307F72B}" destId="{11325499-00A9-48DF-AE90-402286005626}" srcOrd="0" destOrd="0" presId="urn:microsoft.com/office/officeart/2005/8/layout/chevron1"/>
    <dgm:cxn modelId="{BB18ACF4-60B6-4B48-861D-1E2CF3321B97}" type="presParOf" srcId="{2DF5396B-BCA1-4531-B3D6-2465070263B2}" destId="{E39757E4-4498-467E-B3C3-A2049ED071B6}" srcOrd="0" destOrd="0" presId="urn:microsoft.com/office/officeart/2005/8/layout/chevron1"/>
    <dgm:cxn modelId="{95813CD1-5A59-4558-A689-837AB80934F4}" type="presParOf" srcId="{2DF5396B-BCA1-4531-B3D6-2465070263B2}" destId="{7A3F0259-BDF6-4B01-ADC4-755E6E3A8A31}" srcOrd="1" destOrd="0" presId="urn:microsoft.com/office/officeart/2005/8/layout/chevron1"/>
    <dgm:cxn modelId="{73C80975-65FE-4054-8B6A-5C85ACCB92D1}" type="presParOf" srcId="{2DF5396B-BCA1-4531-B3D6-2465070263B2}" destId="{6A110661-C676-4930-9CA6-95053377CDD0}" srcOrd="2" destOrd="0" presId="urn:microsoft.com/office/officeart/2005/8/layout/chevron1"/>
    <dgm:cxn modelId="{7D6449A3-6546-4BB5-A198-9FDC0C1BDB69}" type="presParOf" srcId="{2DF5396B-BCA1-4531-B3D6-2465070263B2}" destId="{780B3BE8-0456-4904-9C00-2AF405AFF6FB}" srcOrd="3" destOrd="0" presId="urn:microsoft.com/office/officeart/2005/8/layout/chevron1"/>
    <dgm:cxn modelId="{9F67E404-B12A-484D-864E-6E8991CCAB70}" type="presParOf" srcId="{2DF5396B-BCA1-4531-B3D6-2465070263B2}" destId="{B09C38F0-B314-436A-970A-776CE74D9293}" srcOrd="4" destOrd="0" presId="urn:microsoft.com/office/officeart/2005/8/layout/chevron1"/>
    <dgm:cxn modelId="{6F637EE3-C201-43E9-9A89-4587817D6549}" type="presParOf" srcId="{2DF5396B-BCA1-4531-B3D6-2465070263B2}" destId="{E0C1B0AC-CEE0-435D-B4EB-E1F84627336E}" srcOrd="5" destOrd="0" presId="urn:microsoft.com/office/officeart/2005/8/layout/chevron1"/>
    <dgm:cxn modelId="{6184DF30-D668-4042-83BE-A86F6C8C9F4A}" type="presParOf" srcId="{2DF5396B-BCA1-4531-B3D6-2465070263B2}" destId="{11325499-00A9-48DF-AE90-40228600562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9D73EC9-5E14-48B6-BBDA-FDA67567614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E1604B66-4298-47A5-81AE-EC44A6C15D4B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C1C15C5C-3FAE-4BE5-82D2-CBC1829F369C}" type="parTrans" cxnId="{E3EB693D-6703-4033-B26D-EC36F7DAF7F3}">
      <dgm:prSet/>
      <dgm:spPr/>
      <dgm:t>
        <a:bodyPr/>
        <a:lstStyle/>
        <a:p>
          <a:endParaRPr lang="en-US"/>
        </a:p>
      </dgm:t>
    </dgm:pt>
    <dgm:pt modelId="{87F5DC3B-B9D8-4744-AD86-AE1364FD3F58}" type="sibTrans" cxnId="{E3EB693D-6703-4033-B26D-EC36F7DAF7F3}">
      <dgm:prSet/>
      <dgm:spPr/>
      <dgm:t>
        <a:bodyPr/>
        <a:lstStyle/>
        <a:p>
          <a:endParaRPr lang="en-US"/>
        </a:p>
      </dgm:t>
    </dgm:pt>
    <dgm:pt modelId="{2E61F534-9A1A-49F8-BD59-0ABB282378C6}">
      <dgm:prSet phldrT="[Text]"/>
      <dgm:spPr>
        <a:solidFill>
          <a:srgbClr val="4F6069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F66A92-2EF9-41BB-A343-DD5EFE5F4AF0}" type="parTrans" cxnId="{9355DB2C-0E04-4FC3-BFF4-3E2DE7357A53}">
      <dgm:prSet/>
      <dgm:spPr/>
      <dgm:t>
        <a:bodyPr/>
        <a:lstStyle/>
        <a:p>
          <a:endParaRPr lang="en-US"/>
        </a:p>
      </dgm:t>
    </dgm:pt>
    <dgm:pt modelId="{77486F04-8D23-46C2-B0F6-20977C4AFB5D}" type="sibTrans" cxnId="{9355DB2C-0E04-4FC3-BFF4-3E2DE7357A53}">
      <dgm:prSet/>
      <dgm:spPr/>
      <dgm:t>
        <a:bodyPr/>
        <a:lstStyle/>
        <a:p>
          <a:endParaRPr lang="en-US"/>
        </a:p>
      </dgm:t>
    </dgm:pt>
    <dgm:pt modelId="{6858D144-40A5-40EC-A80D-5760A307F72B}">
      <dgm:prSet phldrT="[Text]"/>
      <dgm:spPr>
        <a:solidFill>
          <a:srgbClr val="97A8AF"/>
        </a:solidFill>
      </dgm:spPr>
      <dgm:t>
        <a:bodyPr/>
        <a:lstStyle/>
        <a:p>
          <a:r>
            <a:rPr lang="it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B6535D-1717-4E86-BF70-19421520D9B6}" type="parTrans" cxnId="{96CA8736-57FE-4D49-94F7-6E1705948B38}">
      <dgm:prSet/>
      <dgm:spPr/>
      <dgm:t>
        <a:bodyPr/>
        <a:lstStyle/>
        <a:p>
          <a:endParaRPr lang="en-US"/>
        </a:p>
      </dgm:t>
    </dgm:pt>
    <dgm:pt modelId="{6407C358-901B-49D5-9486-5C6CE56115DA}" type="sibTrans" cxnId="{96CA8736-57FE-4D49-94F7-6E1705948B38}">
      <dgm:prSet/>
      <dgm:spPr/>
      <dgm:t>
        <a:bodyPr/>
        <a:lstStyle/>
        <a:p>
          <a:endParaRPr lang="en-US"/>
        </a:p>
      </dgm:t>
    </dgm:pt>
    <dgm:pt modelId="{0E2D78F9-879E-4B27-A688-84449602C39A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gm:t>
    </dgm:pt>
    <dgm:pt modelId="{DA184154-66C6-4029-9813-9A0F174335FC}" type="parTrans" cxnId="{F23B211E-FF1C-4414-ADAC-EF3DAD1ABCAE}">
      <dgm:prSet/>
      <dgm:spPr/>
      <dgm:t>
        <a:bodyPr/>
        <a:lstStyle/>
        <a:p>
          <a:endParaRPr lang="en-US"/>
        </a:p>
      </dgm:t>
    </dgm:pt>
    <dgm:pt modelId="{E75D59A9-F227-4FC2-8CD9-3D173125BBBE}" type="sibTrans" cxnId="{F23B211E-FF1C-4414-ADAC-EF3DAD1ABCAE}">
      <dgm:prSet/>
      <dgm:spPr/>
      <dgm:t>
        <a:bodyPr/>
        <a:lstStyle/>
        <a:p>
          <a:endParaRPr lang="en-US"/>
        </a:p>
      </dgm:t>
    </dgm:pt>
    <dgm:pt modelId="{2DF5396B-BCA1-4531-B3D6-2465070263B2}" type="pres">
      <dgm:prSet presAssocID="{39D73EC9-5E14-48B6-BBDA-FDA67567614C}" presName="Name0" presStyleCnt="0">
        <dgm:presLayoutVars>
          <dgm:dir/>
          <dgm:animLvl val="lvl"/>
          <dgm:resizeHandles val="exact"/>
        </dgm:presLayoutVars>
      </dgm:prSet>
      <dgm:spPr/>
    </dgm:pt>
    <dgm:pt modelId="{E39757E4-4498-467E-B3C3-A2049ED071B6}" type="pres">
      <dgm:prSet presAssocID="{E1604B66-4298-47A5-81AE-EC44A6C15D4B}" presName="parTxOnly" presStyleLbl="node1" presStyleIdx="0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7A3F0259-BDF6-4B01-ADC4-755E6E3A8A31}" type="pres">
      <dgm:prSet presAssocID="{87F5DC3B-B9D8-4744-AD86-AE1364FD3F58}" presName="parTxOnlySpace" presStyleCnt="0"/>
      <dgm:spPr/>
    </dgm:pt>
    <dgm:pt modelId="{6A110661-C676-4930-9CA6-95053377CDD0}" type="pres">
      <dgm:prSet presAssocID="{0E2D78F9-879E-4B27-A688-84449602C39A}" presName="parTxOnly" presStyleLbl="node1" presStyleIdx="1" presStyleCnt="4" custLinFactNeighborX="-55801" custLinFactNeighborY="7160">
        <dgm:presLayoutVars>
          <dgm:chMax val="0"/>
          <dgm:chPref val="0"/>
          <dgm:bulletEnabled val="1"/>
        </dgm:presLayoutVars>
      </dgm:prSet>
      <dgm:spPr/>
    </dgm:pt>
    <dgm:pt modelId="{780B3BE8-0456-4904-9C00-2AF405AFF6FB}" type="pres">
      <dgm:prSet presAssocID="{E75D59A9-F227-4FC2-8CD9-3D173125BBBE}" presName="parTxOnlySpace" presStyleCnt="0"/>
      <dgm:spPr/>
    </dgm:pt>
    <dgm:pt modelId="{B09C38F0-B314-436A-970A-776CE74D9293}" type="pres">
      <dgm:prSet presAssocID="{2E61F534-9A1A-49F8-BD59-0ABB282378C6}" presName="parTxOnly" presStyleLbl="node1" presStyleIdx="2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E0C1B0AC-CEE0-435D-B4EB-E1F84627336E}" type="pres">
      <dgm:prSet presAssocID="{77486F04-8D23-46C2-B0F6-20977C4AFB5D}" presName="parTxOnlySpace" presStyleCnt="0"/>
      <dgm:spPr/>
    </dgm:pt>
    <dgm:pt modelId="{11325499-00A9-48DF-AE90-402286005626}" type="pres">
      <dgm:prSet presAssocID="{6858D144-40A5-40EC-A80D-5760A307F72B}" presName="parTxOnly" presStyleLbl="node1" presStyleIdx="3" presStyleCnt="4" custLinFactX="-6931" custLinFactNeighborX="-100000" custLinFactNeighborY="1105">
        <dgm:presLayoutVars>
          <dgm:chMax val="0"/>
          <dgm:chPref val="0"/>
          <dgm:bulletEnabled val="1"/>
        </dgm:presLayoutVars>
      </dgm:prSet>
      <dgm:spPr/>
    </dgm:pt>
  </dgm:ptLst>
  <dgm:cxnLst>
    <dgm:cxn modelId="{F23B211E-FF1C-4414-ADAC-EF3DAD1ABCAE}" srcId="{39D73EC9-5E14-48B6-BBDA-FDA67567614C}" destId="{0E2D78F9-879E-4B27-A688-84449602C39A}" srcOrd="1" destOrd="0" parTransId="{DA184154-66C6-4029-9813-9A0F174335FC}" sibTransId="{E75D59A9-F227-4FC2-8CD9-3D173125BBBE}"/>
    <dgm:cxn modelId="{9355DB2C-0E04-4FC3-BFF4-3E2DE7357A53}" srcId="{39D73EC9-5E14-48B6-BBDA-FDA67567614C}" destId="{2E61F534-9A1A-49F8-BD59-0ABB282378C6}" srcOrd="2" destOrd="0" parTransId="{1DF66A92-2EF9-41BB-A343-DD5EFE5F4AF0}" sibTransId="{77486F04-8D23-46C2-B0F6-20977C4AFB5D}"/>
    <dgm:cxn modelId="{079FA82D-464A-4425-B8D3-1BA080A3CC35}" type="presOf" srcId="{2E61F534-9A1A-49F8-BD59-0ABB282378C6}" destId="{B09C38F0-B314-436A-970A-776CE74D9293}" srcOrd="0" destOrd="0" presId="urn:microsoft.com/office/officeart/2005/8/layout/chevron1"/>
    <dgm:cxn modelId="{96CA8736-57FE-4D49-94F7-6E1705948B38}" srcId="{39D73EC9-5E14-48B6-BBDA-FDA67567614C}" destId="{6858D144-40A5-40EC-A80D-5760A307F72B}" srcOrd="3" destOrd="0" parTransId="{28B6535D-1717-4E86-BF70-19421520D9B6}" sibTransId="{6407C358-901B-49D5-9486-5C6CE56115DA}"/>
    <dgm:cxn modelId="{E3EB693D-6703-4033-B26D-EC36F7DAF7F3}" srcId="{39D73EC9-5E14-48B6-BBDA-FDA67567614C}" destId="{E1604B66-4298-47A5-81AE-EC44A6C15D4B}" srcOrd="0" destOrd="0" parTransId="{C1C15C5C-3FAE-4BE5-82D2-CBC1829F369C}" sibTransId="{87F5DC3B-B9D8-4744-AD86-AE1364FD3F58}"/>
    <dgm:cxn modelId="{35962B7E-250C-43EE-8201-6EBBB3E073F2}" type="presOf" srcId="{E1604B66-4298-47A5-81AE-EC44A6C15D4B}" destId="{E39757E4-4498-467E-B3C3-A2049ED071B6}" srcOrd="0" destOrd="0" presId="urn:microsoft.com/office/officeart/2005/8/layout/chevron1"/>
    <dgm:cxn modelId="{7036A1AB-388A-47B6-BAD7-83461BF605A7}" type="presOf" srcId="{0E2D78F9-879E-4B27-A688-84449602C39A}" destId="{6A110661-C676-4930-9CA6-95053377CDD0}" srcOrd="0" destOrd="0" presId="urn:microsoft.com/office/officeart/2005/8/layout/chevron1"/>
    <dgm:cxn modelId="{467578B9-ECD5-4162-83F7-B17A5ACF66DE}" type="presOf" srcId="{39D73EC9-5E14-48B6-BBDA-FDA67567614C}" destId="{2DF5396B-BCA1-4531-B3D6-2465070263B2}" srcOrd="0" destOrd="0" presId="urn:microsoft.com/office/officeart/2005/8/layout/chevron1"/>
    <dgm:cxn modelId="{59F36DC7-91C8-4700-B49B-3C26EE597581}" type="presOf" srcId="{6858D144-40A5-40EC-A80D-5760A307F72B}" destId="{11325499-00A9-48DF-AE90-402286005626}" srcOrd="0" destOrd="0" presId="urn:microsoft.com/office/officeart/2005/8/layout/chevron1"/>
    <dgm:cxn modelId="{BB18ACF4-60B6-4B48-861D-1E2CF3321B97}" type="presParOf" srcId="{2DF5396B-BCA1-4531-B3D6-2465070263B2}" destId="{E39757E4-4498-467E-B3C3-A2049ED071B6}" srcOrd="0" destOrd="0" presId="urn:microsoft.com/office/officeart/2005/8/layout/chevron1"/>
    <dgm:cxn modelId="{95813CD1-5A59-4558-A689-837AB80934F4}" type="presParOf" srcId="{2DF5396B-BCA1-4531-B3D6-2465070263B2}" destId="{7A3F0259-BDF6-4B01-ADC4-755E6E3A8A31}" srcOrd="1" destOrd="0" presId="urn:microsoft.com/office/officeart/2005/8/layout/chevron1"/>
    <dgm:cxn modelId="{73C80975-65FE-4054-8B6A-5C85ACCB92D1}" type="presParOf" srcId="{2DF5396B-BCA1-4531-B3D6-2465070263B2}" destId="{6A110661-C676-4930-9CA6-95053377CDD0}" srcOrd="2" destOrd="0" presId="urn:microsoft.com/office/officeart/2005/8/layout/chevron1"/>
    <dgm:cxn modelId="{7D6449A3-6546-4BB5-A198-9FDC0C1BDB69}" type="presParOf" srcId="{2DF5396B-BCA1-4531-B3D6-2465070263B2}" destId="{780B3BE8-0456-4904-9C00-2AF405AFF6FB}" srcOrd="3" destOrd="0" presId="urn:microsoft.com/office/officeart/2005/8/layout/chevron1"/>
    <dgm:cxn modelId="{9F67E404-B12A-484D-864E-6E8991CCAB70}" type="presParOf" srcId="{2DF5396B-BCA1-4531-B3D6-2465070263B2}" destId="{B09C38F0-B314-436A-970A-776CE74D9293}" srcOrd="4" destOrd="0" presId="urn:microsoft.com/office/officeart/2005/8/layout/chevron1"/>
    <dgm:cxn modelId="{6F637EE3-C201-43E9-9A89-4587817D6549}" type="presParOf" srcId="{2DF5396B-BCA1-4531-B3D6-2465070263B2}" destId="{E0C1B0AC-CEE0-435D-B4EB-E1F84627336E}" srcOrd="5" destOrd="0" presId="urn:microsoft.com/office/officeart/2005/8/layout/chevron1"/>
    <dgm:cxn modelId="{6184DF30-D668-4042-83BE-A86F6C8C9F4A}" type="presParOf" srcId="{2DF5396B-BCA1-4531-B3D6-2465070263B2}" destId="{11325499-00A9-48DF-AE90-40228600562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9D73EC9-5E14-48B6-BBDA-FDA67567614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E1604B66-4298-47A5-81AE-EC44A6C15D4B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C1C15C5C-3FAE-4BE5-82D2-CBC1829F369C}" type="parTrans" cxnId="{E3EB693D-6703-4033-B26D-EC36F7DAF7F3}">
      <dgm:prSet/>
      <dgm:spPr/>
      <dgm:t>
        <a:bodyPr/>
        <a:lstStyle/>
        <a:p>
          <a:endParaRPr lang="en-US"/>
        </a:p>
      </dgm:t>
    </dgm:pt>
    <dgm:pt modelId="{87F5DC3B-B9D8-4744-AD86-AE1364FD3F58}" type="sibTrans" cxnId="{E3EB693D-6703-4033-B26D-EC36F7DAF7F3}">
      <dgm:prSet/>
      <dgm:spPr/>
      <dgm:t>
        <a:bodyPr/>
        <a:lstStyle/>
        <a:p>
          <a:endParaRPr lang="en-US"/>
        </a:p>
      </dgm:t>
    </dgm:pt>
    <dgm:pt modelId="{2E61F534-9A1A-49F8-BD59-0ABB282378C6}">
      <dgm:prSet phldrT="[Text]"/>
      <dgm:spPr>
        <a:solidFill>
          <a:srgbClr val="4F6069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F66A92-2EF9-41BB-A343-DD5EFE5F4AF0}" type="parTrans" cxnId="{9355DB2C-0E04-4FC3-BFF4-3E2DE7357A53}">
      <dgm:prSet/>
      <dgm:spPr/>
      <dgm:t>
        <a:bodyPr/>
        <a:lstStyle/>
        <a:p>
          <a:endParaRPr lang="en-US"/>
        </a:p>
      </dgm:t>
    </dgm:pt>
    <dgm:pt modelId="{77486F04-8D23-46C2-B0F6-20977C4AFB5D}" type="sibTrans" cxnId="{9355DB2C-0E04-4FC3-BFF4-3E2DE7357A53}">
      <dgm:prSet/>
      <dgm:spPr/>
      <dgm:t>
        <a:bodyPr/>
        <a:lstStyle/>
        <a:p>
          <a:endParaRPr lang="en-US"/>
        </a:p>
      </dgm:t>
    </dgm:pt>
    <dgm:pt modelId="{6858D144-40A5-40EC-A80D-5760A307F72B}">
      <dgm:prSet phldrT="[Text]"/>
      <dgm:spPr>
        <a:solidFill>
          <a:srgbClr val="97A8AF"/>
        </a:solidFill>
      </dgm:spPr>
      <dgm:t>
        <a:bodyPr/>
        <a:lstStyle/>
        <a:p>
          <a:r>
            <a:rPr lang="it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B6535D-1717-4E86-BF70-19421520D9B6}" type="parTrans" cxnId="{96CA8736-57FE-4D49-94F7-6E1705948B38}">
      <dgm:prSet/>
      <dgm:spPr/>
      <dgm:t>
        <a:bodyPr/>
        <a:lstStyle/>
        <a:p>
          <a:endParaRPr lang="en-US"/>
        </a:p>
      </dgm:t>
    </dgm:pt>
    <dgm:pt modelId="{6407C358-901B-49D5-9486-5C6CE56115DA}" type="sibTrans" cxnId="{96CA8736-57FE-4D49-94F7-6E1705948B38}">
      <dgm:prSet/>
      <dgm:spPr/>
      <dgm:t>
        <a:bodyPr/>
        <a:lstStyle/>
        <a:p>
          <a:endParaRPr lang="en-US"/>
        </a:p>
      </dgm:t>
    </dgm:pt>
    <dgm:pt modelId="{0E2D78F9-879E-4B27-A688-84449602C39A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gm:t>
    </dgm:pt>
    <dgm:pt modelId="{DA184154-66C6-4029-9813-9A0F174335FC}" type="parTrans" cxnId="{F23B211E-FF1C-4414-ADAC-EF3DAD1ABCAE}">
      <dgm:prSet/>
      <dgm:spPr/>
      <dgm:t>
        <a:bodyPr/>
        <a:lstStyle/>
        <a:p>
          <a:endParaRPr lang="en-US"/>
        </a:p>
      </dgm:t>
    </dgm:pt>
    <dgm:pt modelId="{E75D59A9-F227-4FC2-8CD9-3D173125BBBE}" type="sibTrans" cxnId="{F23B211E-FF1C-4414-ADAC-EF3DAD1ABCAE}">
      <dgm:prSet/>
      <dgm:spPr/>
      <dgm:t>
        <a:bodyPr/>
        <a:lstStyle/>
        <a:p>
          <a:endParaRPr lang="en-US"/>
        </a:p>
      </dgm:t>
    </dgm:pt>
    <dgm:pt modelId="{2DF5396B-BCA1-4531-B3D6-2465070263B2}" type="pres">
      <dgm:prSet presAssocID="{39D73EC9-5E14-48B6-BBDA-FDA67567614C}" presName="Name0" presStyleCnt="0">
        <dgm:presLayoutVars>
          <dgm:dir/>
          <dgm:animLvl val="lvl"/>
          <dgm:resizeHandles val="exact"/>
        </dgm:presLayoutVars>
      </dgm:prSet>
      <dgm:spPr/>
    </dgm:pt>
    <dgm:pt modelId="{E39757E4-4498-467E-B3C3-A2049ED071B6}" type="pres">
      <dgm:prSet presAssocID="{E1604B66-4298-47A5-81AE-EC44A6C15D4B}" presName="parTxOnly" presStyleLbl="node1" presStyleIdx="0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7A3F0259-BDF6-4B01-ADC4-755E6E3A8A31}" type="pres">
      <dgm:prSet presAssocID="{87F5DC3B-B9D8-4744-AD86-AE1364FD3F58}" presName="parTxOnlySpace" presStyleCnt="0"/>
      <dgm:spPr/>
    </dgm:pt>
    <dgm:pt modelId="{6A110661-C676-4930-9CA6-95053377CDD0}" type="pres">
      <dgm:prSet presAssocID="{0E2D78F9-879E-4B27-A688-84449602C39A}" presName="parTxOnly" presStyleLbl="node1" presStyleIdx="1" presStyleCnt="4" custLinFactNeighborX="-55801" custLinFactNeighborY="7160">
        <dgm:presLayoutVars>
          <dgm:chMax val="0"/>
          <dgm:chPref val="0"/>
          <dgm:bulletEnabled val="1"/>
        </dgm:presLayoutVars>
      </dgm:prSet>
      <dgm:spPr/>
    </dgm:pt>
    <dgm:pt modelId="{780B3BE8-0456-4904-9C00-2AF405AFF6FB}" type="pres">
      <dgm:prSet presAssocID="{E75D59A9-F227-4FC2-8CD9-3D173125BBBE}" presName="parTxOnlySpace" presStyleCnt="0"/>
      <dgm:spPr/>
    </dgm:pt>
    <dgm:pt modelId="{B09C38F0-B314-436A-970A-776CE74D9293}" type="pres">
      <dgm:prSet presAssocID="{2E61F534-9A1A-49F8-BD59-0ABB282378C6}" presName="parTxOnly" presStyleLbl="node1" presStyleIdx="2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E0C1B0AC-CEE0-435D-B4EB-E1F84627336E}" type="pres">
      <dgm:prSet presAssocID="{77486F04-8D23-46C2-B0F6-20977C4AFB5D}" presName="parTxOnlySpace" presStyleCnt="0"/>
      <dgm:spPr/>
    </dgm:pt>
    <dgm:pt modelId="{11325499-00A9-48DF-AE90-402286005626}" type="pres">
      <dgm:prSet presAssocID="{6858D144-40A5-40EC-A80D-5760A307F72B}" presName="parTxOnly" presStyleLbl="node1" presStyleIdx="3" presStyleCnt="4" custLinFactX="-6931" custLinFactNeighborX="-100000" custLinFactNeighborY="1105">
        <dgm:presLayoutVars>
          <dgm:chMax val="0"/>
          <dgm:chPref val="0"/>
          <dgm:bulletEnabled val="1"/>
        </dgm:presLayoutVars>
      </dgm:prSet>
      <dgm:spPr/>
    </dgm:pt>
  </dgm:ptLst>
  <dgm:cxnLst>
    <dgm:cxn modelId="{F23B211E-FF1C-4414-ADAC-EF3DAD1ABCAE}" srcId="{39D73EC9-5E14-48B6-BBDA-FDA67567614C}" destId="{0E2D78F9-879E-4B27-A688-84449602C39A}" srcOrd="1" destOrd="0" parTransId="{DA184154-66C6-4029-9813-9A0F174335FC}" sibTransId="{E75D59A9-F227-4FC2-8CD9-3D173125BBBE}"/>
    <dgm:cxn modelId="{9355DB2C-0E04-4FC3-BFF4-3E2DE7357A53}" srcId="{39D73EC9-5E14-48B6-BBDA-FDA67567614C}" destId="{2E61F534-9A1A-49F8-BD59-0ABB282378C6}" srcOrd="2" destOrd="0" parTransId="{1DF66A92-2EF9-41BB-A343-DD5EFE5F4AF0}" sibTransId="{77486F04-8D23-46C2-B0F6-20977C4AFB5D}"/>
    <dgm:cxn modelId="{079FA82D-464A-4425-B8D3-1BA080A3CC35}" type="presOf" srcId="{2E61F534-9A1A-49F8-BD59-0ABB282378C6}" destId="{B09C38F0-B314-436A-970A-776CE74D9293}" srcOrd="0" destOrd="0" presId="urn:microsoft.com/office/officeart/2005/8/layout/chevron1"/>
    <dgm:cxn modelId="{96CA8736-57FE-4D49-94F7-6E1705948B38}" srcId="{39D73EC9-5E14-48B6-BBDA-FDA67567614C}" destId="{6858D144-40A5-40EC-A80D-5760A307F72B}" srcOrd="3" destOrd="0" parTransId="{28B6535D-1717-4E86-BF70-19421520D9B6}" sibTransId="{6407C358-901B-49D5-9486-5C6CE56115DA}"/>
    <dgm:cxn modelId="{E3EB693D-6703-4033-B26D-EC36F7DAF7F3}" srcId="{39D73EC9-5E14-48B6-BBDA-FDA67567614C}" destId="{E1604B66-4298-47A5-81AE-EC44A6C15D4B}" srcOrd="0" destOrd="0" parTransId="{C1C15C5C-3FAE-4BE5-82D2-CBC1829F369C}" sibTransId="{87F5DC3B-B9D8-4744-AD86-AE1364FD3F58}"/>
    <dgm:cxn modelId="{35962B7E-250C-43EE-8201-6EBBB3E073F2}" type="presOf" srcId="{E1604B66-4298-47A5-81AE-EC44A6C15D4B}" destId="{E39757E4-4498-467E-B3C3-A2049ED071B6}" srcOrd="0" destOrd="0" presId="urn:microsoft.com/office/officeart/2005/8/layout/chevron1"/>
    <dgm:cxn modelId="{7036A1AB-388A-47B6-BAD7-83461BF605A7}" type="presOf" srcId="{0E2D78F9-879E-4B27-A688-84449602C39A}" destId="{6A110661-C676-4930-9CA6-95053377CDD0}" srcOrd="0" destOrd="0" presId="urn:microsoft.com/office/officeart/2005/8/layout/chevron1"/>
    <dgm:cxn modelId="{467578B9-ECD5-4162-83F7-B17A5ACF66DE}" type="presOf" srcId="{39D73EC9-5E14-48B6-BBDA-FDA67567614C}" destId="{2DF5396B-BCA1-4531-B3D6-2465070263B2}" srcOrd="0" destOrd="0" presId="urn:microsoft.com/office/officeart/2005/8/layout/chevron1"/>
    <dgm:cxn modelId="{59F36DC7-91C8-4700-B49B-3C26EE597581}" type="presOf" srcId="{6858D144-40A5-40EC-A80D-5760A307F72B}" destId="{11325499-00A9-48DF-AE90-402286005626}" srcOrd="0" destOrd="0" presId="urn:microsoft.com/office/officeart/2005/8/layout/chevron1"/>
    <dgm:cxn modelId="{BB18ACF4-60B6-4B48-861D-1E2CF3321B97}" type="presParOf" srcId="{2DF5396B-BCA1-4531-B3D6-2465070263B2}" destId="{E39757E4-4498-467E-B3C3-A2049ED071B6}" srcOrd="0" destOrd="0" presId="urn:microsoft.com/office/officeart/2005/8/layout/chevron1"/>
    <dgm:cxn modelId="{95813CD1-5A59-4558-A689-837AB80934F4}" type="presParOf" srcId="{2DF5396B-BCA1-4531-B3D6-2465070263B2}" destId="{7A3F0259-BDF6-4B01-ADC4-755E6E3A8A31}" srcOrd="1" destOrd="0" presId="urn:microsoft.com/office/officeart/2005/8/layout/chevron1"/>
    <dgm:cxn modelId="{73C80975-65FE-4054-8B6A-5C85ACCB92D1}" type="presParOf" srcId="{2DF5396B-BCA1-4531-B3D6-2465070263B2}" destId="{6A110661-C676-4930-9CA6-95053377CDD0}" srcOrd="2" destOrd="0" presId="urn:microsoft.com/office/officeart/2005/8/layout/chevron1"/>
    <dgm:cxn modelId="{7D6449A3-6546-4BB5-A198-9FDC0C1BDB69}" type="presParOf" srcId="{2DF5396B-BCA1-4531-B3D6-2465070263B2}" destId="{780B3BE8-0456-4904-9C00-2AF405AFF6FB}" srcOrd="3" destOrd="0" presId="urn:microsoft.com/office/officeart/2005/8/layout/chevron1"/>
    <dgm:cxn modelId="{9F67E404-B12A-484D-864E-6E8991CCAB70}" type="presParOf" srcId="{2DF5396B-BCA1-4531-B3D6-2465070263B2}" destId="{B09C38F0-B314-436A-970A-776CE74D9293}" srcOrd="4" destOrd="0" presId="urn:microsoft.com/office/officeart/2005/8/layout/chevron1"/>
    <dgm:cxn modelId="{6F637EE3-C201-43E9-9A89-4587817D6549}" type="presParOf" srcId="{2DF5396B-BCA1-4531-B3D6-2465070263B2}" destId="{E0C1B0AC-CEE0-435D-B4EB-E1F84627336E}" srcOrd="5" destOrd="0" presId="urn:microsoft.com/office/officeart/2005/8/layout/chevron1"/>
    <dgm:cxn modelId="{6184DF30-D668-4042-83BE-A86F6C8C9F4A}" type="presParOf" srcId="{2DF5396B-BCA1-4531-B3D6-2465070263B2}" destId="{11325499-00A9-48DF-AE90-40228600562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9D73EC9-5E14-48B6-BBDA-FDA67567614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E1604B66-4298-47A5-81AE-EC44A6C15D4B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gm:t>
    </dgm:pt>
    <dgm:pt modelId="{C1C15C5C-3FAE-4BE5-82D2-CBC1829F369C}" type="parTrans" cxnId="{E3EB693D-6703-4033-B26D-EC36F7DAF7F3}">
      <dgm:prSet/>
      <dgm:spPr/>
      <dgm:t>
        <a:bodyPr/>
        <a:lstStyle/>
        <a:p>
          <a:endParaRPr lang="en-US"/>
        </a:p>
      </dgm:t>
    </dgm:pt>
    <dgm:pt modelId="{87F5DC3B-B9D8-4744-AD86-AE1364FD3F58}" type="sibTrans" cxnId="{E3EB693D-6703-4033-B26D-EC36F7DAF7F3}">
      <dgm:prSet/>
      <dgm:spPr/>
      <dgm:t>
        <a:bodyPr/>
        <a:lstStyle/>
        <a:p>
          <a:endParaRPr lang="en-US"/>
        </a:p>
      </dgm:t>
    </dgm:pt>
    <dgm:pt modelId="{2E61F534-9A1A-49F8-BD59-0ABB282378C6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F66A92-2EF9-41BB-A343-DD5EFE5F4AF0}" type="parTrans" cxnId="{9355DB2C-0E04-4FC3-BFF4-3E2DE7357A53}">
      <dgm:prSet/>
      <dgm:spPr/>
      <dgm:t>
        <a:bodyPr/>
        <a:lstStyle/>
        <a:p>
          <a:endParaRPr lang="en-US"/>
        </a:p>
      </dgm:t>
    </dgm:pt>
    <dgm:pt modelId="{77486F04-8D23-46C2-B0F6-20977C4AFB5D}" type="sibTrans" cxnId="{9355DB2C-0E04-4FC3-BFF4-3E2DE7357A53}">
      <dgm:prSet/>
      <dgm:spPr/>
      <dgm:t>
        <a:bodyPr/>
        <a:lstStyle/>
        <a:p>
          <a:endParaRPr lang="en-US"/>
        </a:p>
      </dgm:t>
    </dgm:pt>
    <dgm:pt modelId="{6858D144-40A5-40EC-A80D-5760A307F72B}">
      <dgm:prSet phldrT="[Text]"/>
      <dgm:spPr>
        <a:solidFill>
          <a:srgbClr val="4F6069"/>
        </a:solidFill>
      </dgm:spPr>
      <dgm:t>
        <a:bodyPr/>
        <a:lstStyle/>
        <a:p>
          <a:r>
            <a:rPr lang="it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B6535D-1717-4E86-BF70-19421520D9B6}" type="parTrans" cxnId="{96CA8736-57FE-4D49-94F7-6E1705948B38}">
      <dgm:prSet/>
      <dgm:spPr/>
      <dgm:t>
        <a:bodyPr/>
        <a:lstStyle/>
        <a:p>
          <a:endParaRPr lang="en-US"/>
        </a:p>
      </dgm:t>
    </dgm:pt>
    <dgm:pt modelId="{6407C358-901B-49D5-9486-5C6CE56115DA}" type="sibTrans" cxnId="{96CA8736-57FE-4D49-94F7-6E1705948B38}">
      <dgm:prSet/>
      <dgm:spPr/>
      <dgm:t>
        <a:bodyPr/>
        <a:lstStyle/>
        <a:p>
          <a:endParaRPr lang="en-US"/>
        </a:p>
      </dgm:t>
    </dgm:pt>
    <dgm:pt modelId="{0E2D78F9-879E-4B27-A688-84449602C39A}">
      <dgm:prSet phldrT="[Text]"/>
      <dgm:spPr>
        <a:solidFill>
          <a:srgbClr val="97A8AF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gm:t>
    </dgm:pt>
    <dgm:pt modelId="{DA184154-66C6-4029-9813-9A0F174335FC}" type="parTrans" cxnId="{F23B211E-FF1C-4414-ADAC-EF3DAD1ABCAE}">
      <dgm:prSet/>
      <dgm:spPr/>
      <dgm:t>
        <a:bodyPr/>
        <a:lstStyle/>
        <a:p>
          <a:endParaRPr lang="en-US"/>
        </a:p>
      </dgm:t>
    </dgm:pt>
    <dgm:pt modelId="{E75D59A9-F227-4FC2-8CD9-3D173125BBBE}" type="sibTrans" cxnId="{F23B211E-FF1C-4414-ADAC-EF3DAD1ABCAE}">
      <dgm:prSet/>
      <dgm:spPr/>
      <dgm:t>
        <a:bodyPr/>
        <a:lstStyle/>
        <a:p>
          <a:endParaRPr lang="en-US"/>
        </a:p>
      </dgm:t>
    </dgm:pt>
    <dgm:pt modelId="{2DF5396B-BCA1-4531-B3D6-2465070263B2}" type="pres">
      <dgm:prSet presAssocID="{39D73EC9-5E14-48B6-BBDA-FDA67567614C}" presName="Name0" presStyleCnt="0">
        <dgm:presLayoutVars>
          <dgm:dir/>
          <dgm:animLvl val="lvl"/>
          <dgm:resizeHandles val="exact"/>
        </dgm:presLayoutVars>
      </dgm:prSet>
      <dgm:spPr/>
    </dgm:pt>
    <dgm:pt modelId="{E39757E4-4498-467E-B3C3-A2049ED071B6}" type="pres">
      <dgm:prSet presAssocID="{E1604B66-4298-47A5-81AE-EC44A6C15D4B}" presName="parTxOnly" presStyleLbl="node1" presStyleIdx="0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7A3F0259-BDF6-4B01-ADC4-755E6E3A8A31}" type="pres">
      <dgm:prSet presAssocID="{87F5DC3B-B9D8-4744-AD86-AE1364FD3F58}" presName="parTxOnlySpace" presStyleCnt="0"/>
      <dgm:spPr/>
    </dgm:pt>
    <dgm:pt modelId="{6A110661-C676-4930-9CA6-95053377CDD0}" type="pres">
      <dgm:prSet presAssocID="{0E2D78F9-879E-4B27-A688-84449602C39A}" presName="parTxOnly" presStyleLbl="node1" presStyleIdx="1" presStyleCnt="4" custLinFactNeighborX="-55801" custLinFactNeighborY="7160">
        <dgm:presLayoutVars>
          <dgm:chMax val="0"/>
          <dgm:chPref val="0"/>
          <dgm:bulletEnabled val="1"/>
        </dgm:presLayoutVars>
      </dgm:prSet>
      <dgm:spPr/>
    </dgm:pt>
    <dgm:pt modelId="{780B3BE8-0456-4904-9C00-2AF405AFF6FB}" type="pres">
      <dgm:prSet presAssocID="{E75D59A9-F227-4FC2-8CD9-3D173125BBBE}" presName="parTxOnlySpace" presStyleCnt="0"/>
      <dgm:spPr/>
    </dgm:pt>
    <dgm:pt modelId="{B09C38F0-B314-436A-970A-776CE74D9293}" type="pres">
      <dgm:prSet presAssocID="{2E61F534-9A1A-49F8-BD59-0ABB282378C6}" presName="parTxOnly" presStyleLbl="node1" presStyleIdx="2" presStyleCnt="4" custLinFactX="-1307" custLinFactY="100000" custLinFactNeighborX="-100000" custLinFactNeighborY="106707">
        <dgm:presLayoutVars>
          <dgm:chMax val="0"/>
          <dgm:chPref val="0"/>
          <dgm:bulletEnabled val="1"/>
        </dgm:presLayoutVars>
      </dgm:prSet>
      <dgm:spPr/>
    </dgm:pt>
    <dgm:pt modelId="{E0C1B0AC-CEE0-435D-B4EB-E1F84627336E}" type="pres">
      <dgm:prSet presAssocID="{77486F04-8D23-46C2-B0F6-20977C4AFB5D}" presName="parTxOnlySpace" presStyleCnt="0"/>
      <dgm:spPr/>
    </dgm:pt>
    <dgm:pt modelId="{11325499-00A9-48DF-AE90-402286005626}" type="pres">
      <dgm:prSet presAssocID="{6858D144-40A5-40EC-A80D-5760A307F72B}" presName="parTxOnly" presStyleLbl="node1" presStyleIdx="3" presStyleCnt="4" custLinFactX="-6931" custLinFactNeighborX="-100000" custLinFactNeighborY="1105">
        <dgm:presLayoutVars>
          <dgm:chMax val="0"/>
          <dgm:chPref val="0"/>
          <dgm:bulletEnabled val="1"/>
        </dgm:presLayoutVars>
      </dgm:prSet>
      <dgm:spPr/>
    </dgm:pt>
  </dgm:ptLst>
  <dgm:cxnLst>
    <dgm:cxn modelId="{F23B211E-FF1C-4414-ADAC-EF3DAD1ABCAE}" srcId="{39D73EC9-5E14-48B6-BBDA-FDA67567614C}" destId="{0E2D78F9-879E-4B27-A688-84449602C39A}" srcOrd="1" destOrd="0" parTransId="{DA184154-66C6-4029-9813-9A0F174335FC}" sibTransId="{E75D59A9-F227-4FC2-8CD9-3D173125BBBE}"/>
    <dgm:cxn modelId="{9355DB2C-0E04-4FC3-BFF4-3E2DE7357A53}" srcId="{39D73EC9-5E14-48B6-BBDA-FDA67567614C}" destId="{2E61F534-9A1A-49F8-BD59-0ABB282378C6}" srcOrd="2" destOrd="0" parTransId="{1DF66A92-2EF9-41BB-A343-DD5EFE5F4AF0}" sibTransId="{77486F04-8D23-46C2-B0F6-20977C4AFB5D}"/>
    <dgm:cxn modelId="{079FA82D-464A-4425-B8D3-1BA080A3CC35}" type="presOf" srcId="{2E61F534-9A1A-49F8-BD59-0ABB282378C6}" destId="{B09C38F0-B314-436A-970A-776CE74D9293}" srcOrd="0" destOrd="0" presId="urn:microsoft.com/office/officeart/2005/8/layout/chevron1"/>
    <dgm:cxn modelId="{96CA8736-57FE-4D49-94F7-6E1705948B38}" srcId="{39D73EC9-5E14-48B6-BBDA-FDA67567614C}" destId="{6858D144-40A5-40EC-A80D-5760A307F72B}" srcOrd="3" destOrd="0" parTransId="{28B6535D-1717-4E86-BF70-19421520D9B6}" sibTransId="{6407C358-901B-49D5-9486-5C6CE56115DA}"/>
    <dgm:cxn modelId="{E3EB693D-6703-4033-B26D-EC36F7DAF7F3}" srcId="{39D73EC9-5E14-48B6-BBDA-FDA67567614C}" destId="{E1604B66-4298-47A5-81AE-EC44A6C15D4B}" srcOrd="0" destOrd="0" parTransId="{C1C15C5C-3FAE-4BE5-82D2-CBC1829F369C}" sibTransId="{87F5DC3B-B9D8-4744-AD86-AE1364FD3F58}"/>
    <dgm:cxn modelId="{35962B7E-250C-43EE-8201-6EBBB3E073F2}" type="presOf" srcId="{E1604B66-4298-47A5-81AE-EC44A6C15D4B}" destId="{E39757E4-4498-467E-B3C3-A2049ED071B6}" srcOrd="0" destOrd="0" presId="urn:microsoft.com/office/officeart/2005/8/layout/chevron1"/>
    <dgm:cxn modelId="{7036A1AB-388A-47B6-BAD7-83461BF605A7}" type="presOf" srcId="{0E2D78F9-879E-4B27-A688-84449602C39A}" destId="{6A110661-C676-4930-9CA6-95053377CDD0}" srcOrd="0" destOrd="0" presId="urn:microsoft.com/office/officeart/2005/8/layout/chevron1"/>
    <dgm:cxn modelId="{467578B9-ECD5-4162-83F7-B17A5ACF66DE}" type="presOf" srcId="{39D73EC9-5E14-48B6-BBDA-FDA67567614C}" destId="{2DF5396B-BCA1-4531-B3D6-2465070263B2}" srcOrd="0" destOrd="0" presId="urn:microsoft.com/office/officeart/2005/8/layout/chevron1"/>
    <dgm:cxn modelId="{59F36DC7-91C8-4700-B49B-3C26EE597581}" type="presOf" srcId="{6858D144-40A5-40EC-A80D-5760A307F72B}" destId="{11325499-00A9-48DF-AE90-402286005626}" srcOrd="0" destOrd="0" presId="urn:microsoft.com/office/officeart/2005/8/layout/chevron1"/>
    <dgm:cxn modelId="{BB18ACF4-60B6-4B48-861D-1E2CF3321B97}" type="presParOf" srcId="{2DF5396B-BCA1-4531-B3D6-2465070263B2}" destId="{E39757E4-4498-467E-B3C3-A2049ED071B6}" srcOrd="0" destOrd="0" presId="urn:microsoft.com/office/officeart/2005/8/layout/chevron1"/>
    <dgm:cxn modelId="{95813CD1-5A59-4558-A689-837AB80934F4}" type="presParOf" srcId="{2DF5396B-BCA1-4531-B3D6-2465070263B2}" destId="{7A3F0259-BDF6-4B01-ADC4-755E6E3A8A31}" srcOrd="1" destOrd="0" presId="urn:microsoft.com/office/officeart/2005/8/layout/chevron1"/>
    <dgm:cxn modelId="{73C80975-65FE-4054-8B6A-5C85ACCB92D1}" type="presParOf" srcId="{2DF5396B-BCA1-4531-B3D6-2465070263B2}" destId="{6A110661-C676-4930-9CA6-95053377CDD0}" srcOrd="2" destOrd="0" presId="urn:microsoft.com/office/officeart/2005/8/layout/chevron1"/>
    <dgm:cxn modelId="{7D6449A3-6546-4BB5-A198-9FDC0C1BDB69}" type="presParOf" srcId="{2DF5396B-BCA1-4531-B3D6-2465070263B2}" destId="{780B3BE8-0456-4904-9C00-2AF405AFF6FB}" srcOrd="3" destOrd="0" presId="urn:microsoft.com/office/officeart/2005/8/layout/chevron1"/>
    <dgm:cxn modelId="{9F67E404-B12A-484D-864E-6E8991CCAB70}" type="presParOf" srcId="{2DF5396B-BCA1-4531-B3D6-2465070263B2}" destId="{B09C38F0-B314-436A-970A-776CE74D9293}" srcOrd="4" destOrd="0" presId="urn:microsoft.com/office/officeart/2005/8/layout/chevron1"/>
    <dgm:cxn modelId="{6F637EE3-C201-43E9-9A89-4587817D6549}" type="presParOf" srcId="{2DF5396B-BCA1-4531-B3D6-2465070263B2}" destId="{E0C1B0AC-CEE0-435D-B4EB-E1F84627336E}" srcOrd="5" destOrd="0" presId="urn:microsoft.com/office/officeart/2005/8/layout/chevron1"/>
    <dgm:cxn modelId="{6184DF30-D668-4042-83BE-A86F6C8C9F4A}" type="presParOf" srcId="{2DF5396B-BCA1-4531-B3D6-2465070263B2}" destId="{11325499-00A9-48DF-AE90-40228600562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757E4-4498-467E-B3C3-A2049ED071B6}">
      <dsp:nvSpPr>
        <dsp:cNvPr id="0" name=""/>
        <dsp:cNvSpPr/>
      </dsp:nvSpPr>
      <dsp:spPr>
        <a:xfrm>
          <a:off x="0" y="0"/>
          <a:ext cx="1495151" cy="459920"/>
        </a:xfrm>
        <a:prstGeom prst="chevron">
          <a:avLst/>
        </a:prstGeom>
        <a:solidFill>
          <a:srgbClr val="4F606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229960" y="0"/>
        <a:ext cx="1035231" cy="459920"/>
      </dsp:txXfrm>
    </dsp:sp>
    <dsp:sp modelId="{6A110661-C676-4930-9CA6-95053377CDD0}">
      <dsp:nvSpPr>
        <dsp:cNvPr id="0" name=""/>
        <dsp:cNvSpPr/>
      </dsp:nvSpPr>
      <dsp:spPr>
        <a:xfrm>
          <a:off x="126477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sp:txBody>
      <dsp:txXfrm>
        <a:off x="1494734" y="0"/>
        <a:ext cx="1035231" cy="459920"/>
      </dsp:txXfrm>
    </dsp:sp>
    <dsp:sp modelId="{B09C38F0-B314-436A-970A-776CE74D9293}">
      <dsp:nvSpPr>
        <dsp:cNvPr id="0" name=""/>
        <dsp:cNvSpPr/>
      </dsp:nvSpPr>
      <dsp:spPr>
        <a:xfrm>
          <a:off x="2524785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4745" y="0"/>
        <a:ext cx="1035231" cy="459920"/>
      </dsp:txXfrm>
    </dsp:sp>
    <dsp:sp modelId="{11325499-00A9-48DF-AE90-402286005626}">
      <dsp:nvSpPr>
        <dsp:cNvPr id="0" name=""/>
        <dsp:cNvSpPr/>
      </dsp:nvSpPr>
      <dsp:spPr>
        <a:xfrm>
          <a:off x="378633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" sz="1500" kern="1200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16294" y="0"/>
        <a:ext cx="1035231" cy="4599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757E4-4498-467E-B3C3-A2049ED071B6}">
      <dsp:nvSpPr>
        <dsp:cNvPr id="0" name=""/>
        <dsp:cNvSpPr/>
      </dsp:nvSpPr>
      <dsp:spPr>
        <a:xfrm>
          <a:off x="0" y="0"/>
          <a:ext cx="1495151" cy="459920"/>
        </a:xfrm>
        <a:prstGeom prst="chevron">
          <a:avLst/>
        </a:prstGeom>
        <a:solidFill>
          <a:srgbClr val="4F606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229960" y="0"/>
        <a:ext cx="1035231" cy="459920"/>
      </dsp:txXfrm>
    </dsp:sp>
    <dsp:sp modelId="{6A110661-C676-4930-9CA6-95053377CDD0}">
      <dsp:nvSpPr>
        <dsp:cNvPr id="0" name=""/>
        <dsp:cNvSpPr/>
      </dsp:nvSpPr>
      <dsp:spPr>
        <a:xfrm>
          <a:off x="126477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sp:txBody>
      <dsp:txXfrm>
        <a:off x="1494734" y="0"/>
        <a:ext cx="1035231" cy="459920"/>
      </dsp:txXfrm>
    </dsp:sp>
    <dsp:sp modelId="{B09C38F0-B314-436A-970A-776CE74D9293}">
      <dsp:nvSpPr>
        <dsp:cNvPr id="0" name=""/>
        <dsp:cNvSpPr/>
      </dsp:nvSpPr>
      <dsp:spPr>
        <a:xfrm>
          <a:off x="2524785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4745" y="0"/>
        <a:ext cx="1035231" cy="459920"/>
      </dsp:txXfrm>
    </dsp:sp>
    <dsp:sp modelId="{11325499-00A9-48DF-AE90-402286005626}">
      <dsp:nvSpPr>
        <dsp:cNvPr id="0" name=""/>
        <dsp:cNvSpPr/>
      </dsp:nvSpPr>
      <dsp:spPr>
        <a:xfrm>
          <a:off x="378633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7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" sz="1500" kern="1200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16294" y="0"/>
        <a:ext cx="1035231" cy="459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757E4-4498-467E-B3C3-A2049ED071B6}">
      <dsp:nvSpPr>
        <dsp:cNvPr id="0" name=""/>
        <dsp:cNvSpPr/>
      </dsp:nvSpPr>
      <dsp:spPr>
        <a:xfrm>
          <a:off x="0" y="0"/>
          <a:ext cx="1495151" cy="459920"/>
        </a:xfrm>
        <a:prstGeom prst="chevron">
          <a:avLst/>
        </a:prstGeom>
        <a:solidFill>
          <a:srgbClr val="4F606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229960" y="0"/>
        <a:ext cx="1035231" cy="459920"/>
      </dsp:txXfrm>
    </dsp:sp>
    <dsp:sp modelId="{6A110661-C676-4930-9CA6-95053377CDD0}">
      <dsp:nvSpPr>
        <dsp:cNvPr id="0" name=""/>
        <dsp:cNvSpPr/>
      </dsp:nvSpPr>
      <dsp:spPr>
        <a:xfrm>
          <a:off x="126477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sp:txBody>
      <dsp:txXfrm>
        <a:off x="1494734" y="0"/>
        <a:ext cx="1035231" cy="459920"/>
      </dsp:txXfrm>
    </dsp:sp>
    <dsp:sp modelId="{B09C38F0-B314-436A-970A-776CE74D9293}">
      <dsp:nvSpPr>
        <dsp:cNvPr id="0" name=""/>
        <dsp:cNvSpPr/>
      </dsp:nvSpPr>
      <dsp:spPr>
        <a:xfrm>
          <a:off x="2524785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4745" y="0"/>
        <a:ext cx="1035231" cy="459920"/>
      </dsp:txXfrm>
    </dsp:sp>
    <dsp:sp modelId="{11325499-00A9-48DF-AE90-402286005626}">
      <dsp:nvSpPr>
        <dsp:cNvPr id="0" name=""/>
        <dsp:cNvSpPr/>
      </dsp:nvSpPr>
      <dsp:spPr>
        <a:xfrm>
          <a:off x="378633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" sz="1500" kern="1200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16294" y="0"/>
        <a:ext cx="1035231" cy="4599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757E4-4498-467E-B3C3-A2049ED071B6}">
      <dsp:nvSpPr>
        <dsp:cNvPr id="0" name=""/>
        <dsp:cNvSpPr/>
      </dsp:nvSpPr>
      <dsp:spPr>
        <a:xfrm>
          <a:off x="0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229960" y="0"/>
        <a:ext cx="1035231" cy="459920"/>
      </dsp:txXfrm>
    </dsp:sp>
    <dsp:sp modelId="{6A110661-C676-4930-9CA6-95053377CDD0}">
      <dsp:nvSpPr>
        <dsp:cNvPr id="0" name=""/>
        <dsp:cNvSpPr/>
      </dsp:nvSpPr>
      <dsp:spPr>
        <a:xfrm>
          <a:off x="1264774" y="0"/>
          <a:ext cx="1495151" cy="459920"/>
        </a:xfrm>
        <a:prstGeom prst="chevron">
          <a:avLst/>
        </a:prstGeom>
        <a:solidFill>
          <a:srgbClr val="4F606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sp:txBody>
      <dsp:txXfrm>
        <a:off x="1494734" y="0"/>
        <a:ext cx="1035231" cy="459920"/>
      </dsp:txXfrm>
    </dsp:sp>
    <dsp:sp modelId="{B09C38F0-B314-436A-970A-776CE74D9293}">
      <dsp:nvSpPr>
        <dsp:cNvPr id="0" name=""/>
        <dsp:cNvSpPr/>
      </dsp:nvSpPr>
      <dsp:spPr>
        <a:xfrm>
          <a:off x="2524785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4745" y="0"/>
        <a:ext cx="1035231" cy="459920"/>
      </dsp:txXfrm>
    </dsp:sp>
    <dsp:sp modelId="{11325499-00A9-48DF-AE90-402286005626}">
      <dsp:nvSpPr>
        <dsp:cNvPr id="0" name=""/>
        <dsp:cNvSpPr/>
      </dsp:nvSpPr>
      <dsp:spPr>
        <a:xfrm>
          <a:off x="378633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" sz="1500" kern="1200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16294" y="0"/>
        <a:ext cx="1035231" cy="4599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757E4-4498-467E-B3C3-A2049ED071B6}">
      <dsp:nvSpPr>
        <dsp:cNvPr id="0" name=""/>
        <dsp:cNvSpPr/>
      </dsp:nvSpPr>
      <dsp:spPr>
        <a:xfrm>
          <a:off x="0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229960" y="0"/>
        <a:ext cx="1035231" cy="459920"/>
      </dsp:txXfrm>
    </dsp:sp>
    <dsp:sp modelId="{6A110661-C676-4930-9CA6-95053377CDD0}">
      <dsp:nvSpPr>
        <dsp:cNvPr id="0" name=""/>
        <dsp:cNvSpPr/>
      </dsp:nvSpPr>
      <dsp:spPr>
        <a:xfrm>
          <a:off x="1264774" y="0"/>
          <a:ext cx="1495151" cy="459920"/>
        </a:xfrm>
        <a:prstGeom prst="chevron">
          <a:avLst/>
        </a:prstGeom>
        <a:solidFill>
          <a:srgbClr val="4F606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sp:txBody>
      <dsp:txXfrm>
        <a:off x="1494734" y="0"/>
        <a:ext cx="1035231" cy="459920"/>
      </dsp:txXfrm>
    </dsp:sp>
    <dsp:sp modelId="{B09C38F0-B314-436A-970A-776CE74D9293}">
      <dsp:nvSpPr>
        <dsp:cNvPr id="0" name=""/>
        <dsp:cNvSpPr/>
      </dsp:nvSpPr>
      <dsp:spPr>
        <a:xfrm>
          <a:off x="2524785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4745" y="0"/>
        <a:ext cx="1035231" cy="459920"/>
      </dsp:txXfrm>
    </dsp:sp>
    <dsp:sp modelId="{11325499-00A9-48DF-AE90-402286005626}">
      <dsp:nvSpPr>
        <dsp:cNvPr id="0" name=""/>
        <dsp:cNvSpPr/>
      </dsp:nvSpPr>
      <dsp:spPr>
        <a:xfrm>
          <a:off x="378633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" sz="1500" kern="1200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16294" y="0"/>
        <a:ext cx="1035231" cy="4599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757E4-4498-467E-B3C3-A2049ED071B6}">
      <dsp:nvSpPr>
        <dsp:cNvPr id="0" name=""/>
        <dsp:cNvSpPr/>
      </dsp:nvSpPr>
      <dsp:spPr>
        <a:xfrm>
          <a:off x="0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229960" y="0"/>
        <a:ext cx="1035231" cy="459920"/>
      </dsp:txXfrm>
    </dsp:sp>
    <dsp:sp modelId="{6A110661-C676-4930-9CA6-95053377CDD0}">
      <dsp:nvSpPr>
        <dsp:cNvPr id="0" name=""/>
        <dsp:cNvSpPr/>
      </dsp:nvSpPr>
      <dsp:spPr>
        <a:xfrm>
          <a:off x="1264774" y="0"/>
          <a:ext cx="1495151" cy="459920"/>
        </a:xfrm>
        <a:prstGeom prst="chevron">
          <a:avLst/>
        </a:prstGeom>
        <a:solidFill>
          <a:srgbClr val="4F606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sp:txBody>
      <dsp:txXfrm>
        <a:off x="1494734" y="0"/>
        <a:ext cx="1035231" cy="459920"/>
      </dsp:txXfrm>
    </dsp:sp>
    <dsp:sp modelId="{B09C38F0-B314-436A-970A-776CE74D9293}">
      <dsp:nvSpPr>
        <dsp:cNvPr id="0" name=""/>
        <dsp:cNvSpPr/>
      </dsp:nvSpPr>
      <dsp:spPr>
        <a:xfrm>
          <a:off x="2524785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4745" y="0"/>
        <a:ext cx="1035231" cy="459920"/>
      </dsp:txXfrm>
    </dsp:sp>
    <dsp:sp modelId="{11325499-00A9-48DF-AE90-402286005626}">
      <dsp:nvSpPr>
        <dsp:cNvPr id="0" name=""/>
        <dsp:cNvSpPr/>
      </dsp:nvSpPr>
      <dsp:spPr>
        <a:xfrm>
          <a:off x="378633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" sz="1500" kern="1200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16294" y="0"/>
        <a:ext cx="1035231" cy="4599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757E4-4498-467E-B3C3-A2049ED071B6}">
      <dsp:nvSpPr>
        <dsp:cNvPr id="0" name=""/>
        <dsp:cNvSpPr/>
      </dsp:nvSpPr>
      <dsp:spPr>
        <a:xfrm>
          <a:off x="0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229960" y="0"/>
        <a:ext cx="1035231" cy="459920"/>
      </dsp:txXfrm>
    </dsp:sp>
    <dsp:sp modelId="{6A110661-C676-4930-9CA6-95053377CDD0}">
      <dsp:nvSpPr>
        <dsp:cNvPr id="0" name=""/>
        <dsp:cNvSpPr/>
      </dsp:nvSpPr>
      <dsp:spPr>
        <a:xfrm>
          <a:off x="126477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sp:txBody>
      <dsp:txXfrm>
        <a:off x="1494734" y="0"/>
        <a:ext cx="1035231" cy="459920"/>
      </dsp:txXfrm>
    </dsp:sp>
    <dsp:sp modelId="{B09C38F0-B314-436A-970A-776CE74D9293}">
      <dsp:nvSpPr>
        <dsp:cNvPr id="0" name=""/>
        <dsp:cNvSpPr/>
      </dsp:nvSpPr>
      <dsp:spPr>
        <a:xfrm>
          <a:off x="2524785" y="0"/>
          <a:ext cx="1495151" cy="459920"/>
        </a:xfrm>
        <a:prstGeom prst="chevron">
          <a:avLst/>
        </a:prstGeom>
        <a:solidFill>
          <a:srgbClr val="4F606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4745" y="0"/>
        <a:ext cx="1035231" cy="459920"/>
      </dsp:txXfrm>
    </dsp:sp>
    <dsp:sp modelId="{11325499-00A9-48DF-AE90-402286005626}">
      <dsp:nvSpPr>
        <dsp:cNvPr id="0" name=""/>
        <dsp:cNvSpPr/>
      </dsp:nvSpPr>
      <dsp:spPr>
        <a:xfrm>
          <a:off x="378633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" sz="1500" kern="1200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16294" y="0"/>
        <a:ext cx="1035231" cy="4599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757E4-4498-467E-B3C3-A2049ED071B6}">
      <dsp:nvSpPr>
        <dsp:cNvPr id="0" name=""/>
        <dsp:cNvSpPr/>
      </dsp:nvSpPr>
      <dsp:spPr>
        <a:xfrm>
          <a:off x="0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229960" y="0"/>
        <a:ext cx="1035231" cy="459920"/>
      </dsp:txXfrm>
    </dsp:sp>
    <dsp:sp modelId="{6A110661-C676-4930-9CA6-95053377CDD0}">
      <dsp:nvSpPr>
        <dsp:cNvPr id="0" name=""/>
        <dsp:cNvSpPr/>
      </dsp:nvSpPr>
      <dsp:spPr>
        <a:xfrm>
          <a:off x="126477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sp:txBody>
      <dsp:txXfrm>
        <a:off x="1494734" y="0"/>
        <a:ext cx="1035231" cy="459920"/>
      </dsp:txXfrm>
    </dsp:sp>
    <dsp:sp modelId="{B09C38F0-B314-436A-970A-776CE74D9293}">
      <dsp:nvSpPr>
        <dsp:cNvPr id="0" name=""/>
        <dsp:cNvSpPr/>
      </dsp:nvSpPr>
      <dsp:spPr>
        <a:xfrm>
          <a:off x="2524785" y="0"/>
          <a:ext cx="1495151" cy="459920"/>
        </a:xfrm>
        <a:prstGeom prst="chevron">
          <a:avLst/>
        </a:prstGeom>
        <a:solidFill>
          <a:srgbClr val="4F606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4745" y="0"/>
        <a:ext cx="1035231" cy="459920"/>
      </dsp:txXfrm>
    </dsp:sp>
    <dsp:sp modelId="{11325499-00A9-48DF-AE90-402286005626}">
      <dsp:nvSpPr>
        <dsp:cNvPr id="0" name=""/>
        <dsp:cNvSpPr/>
      </dsp:nvSpPr>
      <dsp:spPr>
        <a:xfrm>
          <a:off x="378633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" sz="1500" kern="1200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16294" y="0"/>
        <a:ext cx="1035231" cy="4599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757E4-4498-467E-B3C3-A2049ED071B6}">
      <dsp:nvSpPr>
        <dsp:cNvPr id="0" name=""/>
        <dsp:cNvSpPr/>
      </dsp:nvSpPr>
      <dsp:spPr>
        <a:xfrm>
          <a:off x="0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Introduction</a:t>
          </a:r>
        </a:p>
      </dsp:txBody>
      <dsp:txXfrm>
        <a:off x="229960" y="0"/>
        <a:ext cx="1035231" cy="459920"/>
      </dsp:txXfrm>
    </dsp:sp>
    <dsp:sp modelId="{6A110661-C676-4930-9CA6-95053377CDD0}">
      <dsp:nvSpPr>
        <dsp:cNvPr id="0" name=""/>
        <dsp:cNvSpPr/>
      </dsp:nvSpPr>
      <dsp:spPr>
        <a:xfrm>
          <a:off x="1264774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Extensions</a:t>
          </a:r>
        </a:p>
      </dsp:txBody>
      <dsp:txXfrm>
        <a:off x="1494734" y="0"/>
        <a:ext cx="1035231" cy="459920"/>
      </dsp:txXfrm>
    </dsp:sp>
    <dsp:sp modelId="{B09C38F0-B314-436A-970A-776CE74D9293}">
      <dsp:nvSpPr>
        <dsp:cNvPr id="0" name=""/>
        <dsp:cNvSpPr/>
      </dsp:nvSpPr>
      <dsp:spPr>
        <a:xfrm>
          <a:off x="2524785" y="0"/>
          <a:ext cx="1495151" cy="459920"/>
        </a:xfrm>
        <a:prstGeom prst="chevron">
          <a:avLst/>
        </a:prstGeom>
        <a:solidFill>
          <a:srgbClr val="97A8A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Results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54745" y="0"/>
        <a:ext cx="1035231" cy="459920"/>
      </dsp:txXfrm>
    </dsp:sp>
    <dsp:sp modelId="{11325499-00A9-48DF-AE90-402286005626}">
      <dsp:nvSpPr>
        <dsp:cNvPr id="0" name=""/>
        <dsp:cNvSpPr/>
      </dsp:nvSpPr>
      <dsp:spPr>
        <a:xfrm>
          <a:off x="3786334" y="0"/>
          <a:ext cx="1495151" cy="459920"/>
        </a:xfrm>
        <a:prstGeom prst="chevron">
          <a:avLst/>
        </a:prstGeom>
        <a:solidFill>
          <a:srgbClr val="4F606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" sz="1500" kern="1200" dirty="0"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rPr>
            <a:t>Conclusion</a:t>
          </a:r>
          <a:endParaRPr lang="en-U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16294" y="0"/>
        <a:ext cx="1035231" cy="459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797451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6975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ea920da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ea920da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296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ea920da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ea920da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812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ea920da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ea920da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7682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ea920da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ea920da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9527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ea920da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ea920da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641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ea920da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ea920da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3574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ea920da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ea920da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6211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ea920da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ea920da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0121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ea920dad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ea920dad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0794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5" name="Google Shape;58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01470" y="4124"/>
            <a:ext cx="2042530" cy="114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3000"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951042" y="1455881"/>
            <a:ext cx="50437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KRED: K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nowledge-Aware Document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for News Recommendation</a:t>
            </a:r>
            <a:r>
              <a:rPr lang="en-US" sz="1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Study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56;p13"/>
          <p:cNvSpPr txBox="1"/>
          <p:nvPr/>
        </p:nvSpPr>
        <p:spPr>
          <a:xfrm>
            <a:off x="2204606" y="2793952"/>
            <a:ext cx="490710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it" dirty="0">
                <a:solidFill>
                  <a:schemeClr val="tx1"/>
                </a:solidFill>
                <a:latin typeface="Times New Roman" panose="02020603050405020304" pitchFamily="18" charset="0"/>
                <a:ea typeface="Avenir"/>
                <a:cs typeface="Times New Roman" panose="02020603050405020304" pitchFamily="18" charset="0"/>
                <a:sym typeface="Avenir"/>
              </a:rPr>
              <a:t>Amirshayan Nasirimajd,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Avenir"/>
                <a:cs typeface="Times New Roman" panose="02020603050405020304" pitchFamily="18" charset="0"/>
                <a:sym typeface="Avenir"/>
              </a:rPr>
              <a:t>Bardia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venir"/>
                <a:cs typeface="Times New Roman" panose="02020603050405020304" pitchFamily="18" charset="0"/>
                <a:sym typeface="Avenir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Avenir"/>
                <a:cs typeface="Times New Roman" panose="02020603050405020304" pitchFamily="18" charset="0"/>
                <a:sym typeface="Avenir"/>
              </a:rPr>
              <a:t>Karimizandi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Avenir"/>
                <a:cs typeface="Times New Roman" panose="02020603050405020304" pitchFamily="18" charset="0"/>
                <a:sym typeface="Avenir"/>
              </a:rPr>
              <a:t>, Arman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Avenir"/>
                <a:cs typeface="Times New Roman" panose="02020603050405020304" pitchFamily="18" charset="0"/>
                <a:sym typeface="Avenir"/>
              </a:rPr>
              <a:t>Behkish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endParaRPr>
          </a:p>
        </p:txBody>
      </p:sp>
      <p:sp>
        <p:nvSpPr>
          <p:cNvPr id="18" name="Google Shape;57;p13"/>
          <p:cNvSpPr txBox="1"/>
          <p:nvPr/>
        </p:nvSpPr>
        <p:spPr>
          <a:xfrm>
            <a:off x="2577043" y="3194031"/>
            <a:ext cx="441771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it" dirty="0">
                <a:solidFill>
                  <a:schemeClr val="tx1"/>
                </a:solidFill>
                <a:latin typeface="Times New Roman" panose="02020603050405020304" pitchFamily="18" charset="0"/>
                <a:ea typeface="Avenir"/>
                <a:cs typeface="Times New Roman" panose="02020603050405020304" pitchFamily="18" charset="0"/>
                <a:sym typeface="Avenir"/>
              </a:rPr>
              <a:t>299823	                     301366	           299525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endParaRPr>
          </a:p>
        </p:txBody>
      </p:sp>
      <p:sp>
        <p:nvSpPr>
          <p:cNvPr id="19" name="Google Shape;59;p13"/>
          <p:cNvSpPr txBox="1"/>
          <p:nvPr/>
        </p:nvSpPr>
        <p:spPr>
          <a:xfrm>
            <a:off x="7553016" y="4451115"/>
            <a:ext cx="1414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solidFill>
                  <a:schemeClr val="tx1"/>
                </a:solidFill>
                <a:latin typeface="Times New Roman" panose="02020603050405020304" pitchFamily="18" charset="0"/>
                <a:ea typeface="Avenir"/>
                <a:cs typeface="Times New Roman" panose="02020603050405020304" pitchFamily="18" charset="0"/>
                <a:sym typeface="Avenir"/>
              </a:rPr>
              <a:t>NLP </a:t>
            </a:r>
            <a:br>
              <a:rPr lang="it" dirty="0">
                <a:solidFill>
                  <a:schemeClr val="tx1"/>
                </a:solidFill>
                <a:latin typeface="Times New Roman" panose="02020603050405020304" pitchFamily="18" charset="0"/>
                <a:ea typeface="Avenir"/>
                <a:cs typeface="Times New Roman" panose="02020603050405020304" pitchFamily="18" charset="0"/>
                <a:sym typeface="Avenir"/>
              </a:rPr>
            </a:br>
            <a:r>
              <a:rPr lang="it" dirty="0">
                <a:solidFill>
                  <a:schemeClr val="tx1"/>
                </a:solidFill>
                <a:latin typeface="Times New Roman" panose="02020603050405020304" pitchFamily="18" charset="0"/>
                <a:ea typeface="Avenir"/>
                <a:cs typeface="Times New Roman" panose="02020603050405020304" pitchFamily="18" charset="0"/>
                <a:sym typeface="Avenir"/>
              </a:rPr>
              <a:t>A.A 2022/2023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Avenir"/>
              <a:cs typeface="Times New Roman" panose="02020603050405020304" pitchFamily="18" charset="0"/>
              <a:sym typeface="Avenir"/>
            </a:endParaRPr>
          </a:p>
        </p:txBody>
      </p:sp>
      <p:pic>
        <p:nvPicPr>
          <p:cNvPr id="9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076" y="-14068"/>
            <a:ext cx="2042530" cy="11483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1E8A49-69AC-C8BE-12A8-EDF6FD67EEAF}"/>
              </a:ext>
            </a:extLst>
          </p:cNvPr>
          <p:cNvSpPr txBox="1"/>
          <p:nvPr/>
        </p:nvSpPr>
        <p:spPr>
          <a:xfrm>
            <a:off x="1881266" y="4774168"/>
            <a:ext cx="5756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Liu, </a:t>
            </a:r>
            <a:r>
              <a:rPr lang="en-US" sz="9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Danyang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 al. "KRED: Knowledge-aware document representation for news recommendations." </a:t>
            </a:r>
            <a:r>
              <a:rPr lang="en-US" sz="9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14th ACM Conference on Recommender Systems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2020.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it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/>
              <a:t>2</a:t>
            </a:fld>
            <a:endParaRPr lang="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6"/>
          <p:cNvSpPr txBox="1">
            <a:spLocks/>
          </p:cNvSpPr>
          <p:nvPr/>
        </p:nvSpPr>
        <p:spPr>
          <a:xfrm>
            <a:off x="443319" y="350156"/>
            <a:ext cx="879792" cy="3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346" y="589546"/>
            <a:ext cx="47702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Overview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C47734E-6EAA-098D-7370-EEF046DD4C22}"/>
              </a:ext>
            </a:extLst>
          </p:cNvPr>
          <p:cNvGraphicFramePr/>
          <p:nvPr/>
        </p:nvGraphicFramePr>
        <p:xfrm>
          <a:off x="1" y="86228"/>
          <a:ext cx="5537199" cy="459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D91780D-38F3-573E-5C41-61FA394C4FDF}"/>
              </a:ext>
            </a:extLst>
          </p:cNvPr>
          <p:cNvSpPr txBox="1"/>
          <p:nvPr/>
        </p:nvSpPr>
        <p:spPr>
          <a:xfrm>
            <a:off x="352269" y="1380249"/>
            <a:ext cx="794478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Knowledge entities for better document understanding benefits recommendation tasks,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i.e.,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ersonalized / item-to-item recommendation, news </a:t>
            </a:r>
            <a:r>
              <a:rPr lang="en-IT" sz="1600">
                <a:latin typeface="Times New Roman" panose="02020603050405020304" pitchFamily="18" charset="0"/>
                <a:cs typeface="Times New Roman" panose="02020603050405020304" pitchFamily="18" charset="0"/>
              </a:rPr>
              <a:t>category 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ews popularity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local </a:t>
            </a: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ews detection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representation models either do not use knowledge entities or rely 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type of text encoding, losing generalization ability and efficiency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external information, i.e., knowledge graphs to fuse entities into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latent representation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news document greatly benefits recommendation performance.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endParaRPr lang="en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ost relevant works, e.g., DKN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inefficient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C081D-9AA9-A5BE-0507-0A1D042BF36E}"/>
              </a:ext>
            </a:extLst>
          </p:cNvPr>
          <p:cNvSpPr txBox="1"/>
          <p:nvPr/>
        </p:nvSpPr>
        <p:spPr>
          <a:xfrm>
            <a:off x="352269" y="4793344"/>
            <a:ext cx="84761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Wang, Hongwei, et al. "DKN: Deep knowledge-aware network for news recommendation." </a:t>
            </a:r>
            <a:r>
              <a:rPr lang="en-US" sz="9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2018 world wide web conference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2018.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65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it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/>
              <a:t>3</a:t>
            </a:fld>
            <a:endParaRPr lang="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6"/>
          <p:cNvSpPr txBox="1">
            <a:spLocks/>
          </p:cNvSpPr>
          <p:nvPr/>
        </p:nvSpPr>
        <p:spPr>
          <a:xfrm>
            <a:off x="443319" y="350156"/>
            <a:ext cx="879792" cy="3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346" y="589546"/>
            <a:ext cx="47702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KRED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C47734E-6EAA-098D-7370-EEF046DD4C22}"/>
              </a:ext>
            </a:extLst>
          </p:cNvPr>
          <p:cNvGraphicFramePr/>
          <p:nvPr/>
        </p:nvGraphicFramePr>
        <p:xfrm>
          <a:off x="1" y="86228"/>
          <a:ext cx="5537199" cy="459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24B2AA7-502A-B4AC-078C-DDDEE65E7107}"/>
              </a:ext>
            </a:extLst>
          </p:cNvPr>
          <p:cNvSpPr txBox="1"/>
          <p:nvPr/>
        </p:nvSpPr>
        <p:spPr>
          <a:xfrm>
            <a:off x="277366" y="1156164"/>
            <a:ext cx="846944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 Vector (DV), it produces a Knowledge Enhanced Document Vector (DKV)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consumed by various downstream recommendation tasks.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constraint on document representation.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no computation of the whole text string.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Knowledge Graph to enrich entity embeddings.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Multi-task training to share valuable information between different tasks.</a:t>
            </a:r>
          </a:p>
          <a:p>
            <a:pPr marL="342900" indent="-34290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704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it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/>
              <a:t>4</a:t>
            </a:fld>
            <a:endParaRPr lang="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6"/>
          <p:cNvSpPr txBox="1">
            <a:spLocks/>
          </p:cNvSpPr>
          <p:nvPr/>
        </p:nvSpPr>
        <p:spPr>
          <a:xfrm>
            <a:off x="443319" y="350156"/>
            <a:ext cx="879792" cy="3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345" y="589546"/>
            <a:ext cx="72461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Pipeline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D0AC625-2DB6-9C5A-BFA3-D7E1224F4AB1}"/>
              </a:ext>
            </a:extLst>
          </p:cNvPr>
          <p:cNvGraphicFramePr/>
          <p:nvPr/>
        </p:nvGraphicFramePr>
        <p:xfrm>
          <a:off x="1" y="86228"/>
          <a:ext cx="5537199" cy="459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BD27B7C4-BD53-AA32-5922-FC6AFCDB78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5411" y="1615686"/>
            <a:ext cx="4622054" cy="26885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79B10D2-4676-7715-0CC6-DF8A1E968F9D}"/>
              </a:ext>
            </a:extLst>
          </p:cNvPr>
          <p:cNvSpPr txBox="1"/>
          <p:nvPr/>
        </p:nvSpPr>
        <p:spPr>
          <a:xfrm>
            <a:off x="443319" y="1306065"/>
            <a:ext cx="43275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Representation Layer</a:t>
            </a:r>
          </a:p>
          <a:p>
            <a:endParaRPr lang="en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5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TransE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T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entity Embedding</a:t>
            </a:r>
          </a:p>
          <a:p>
            <a:pPr marL="285750" lvl="5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KGAT to extract neighborhood information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endParaRPr lang="en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5" indent="-228600">
              <a:buFont typeface="+mj-lt"/>
              <a:buAutoNum type="alphaUcPeriod" startAt="2"/>
            </a:pP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Embedding Layer: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ynamic context to specify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</a:t>
            </a: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/relevance  of the entity</a:t>
            </a:r>
          </a:p>
          <a:p>
            <a:pPr lvl="5"/>
            <a:endParaRPr lang="en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8" indent="-1714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Position Encoding</a:t>
            </a:r>
          </a:p>
          <a:p>
            <a:pPr marL="171450" lvl="8" indent="-1714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Category Encoding</a:t>
            </a:r>
          </a:p>
          <a:p>
            <a:pPr marL="171450" lvl="8" indent="-1714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Frequency Encoding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endParaRPr lang="en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5" indent="-228600">
              <a:buFont typeface="+mj-lt"/>
              <a:buAutoNum type="alphaUcPeriod" startAt="3"/>
            </a:pP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Distillation Layer</a:t>
            </a:r>
          </a:p>
          <a:p>
            <a:pPr lvl="5"/>
            <a:endParaRPr lang="en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5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under the supervision of the original document vector</a:t>
            </a:r>
          </a:p>
          <a:p>
            <a:pPr marL="342900" lvl="5" indent="-342900">
              <a:buFont typeface="Arial" panose="020B0604020202020204" pitchFamily="34" charset="0"/>
              <a:buChar char="•"/>
            </a:pPr>
            <a:endParaRPr lang="en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5" indent="-171450">
              <a:buFont typeface="Wingdings" pitchFamily="2" charset="2"/>
              <a:buChar char="ü"/>
            </a:pPr>
            <a:r>
              <a:rPr lang="en-I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Concatenate the result with DV to produce KDV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B9B22-03EA-B070-D9CB-886344C471BE}"/>
              </a:ext>
            </a:extLst>
          </p:cNvPr>
          <p:cNvSpPr txBox="1"/>
          <p:nvPr/>
        </p:nvSpPr>
        <p:spPr>
          <a:xfrm>
            <a:off x="70424" y="4818861"/>
            <a:ext cx="86763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Bordes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Antoine, et al. "Translating embeddings for modeling multi-relational data."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neural information processing systems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26 (2013).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742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it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/>
              <a:t>5</a:t>
            </a:fld>
            <a:endParaRPr lang="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6"/>
          <p:cNvSpPr txBox="1">
            <a:spLocks/>
          </p:cNvSpPr>
          <p:nvPr/>
        </p:nvSpPr>
        <p:spPr>
          <a:xfrm>
            <a:off x="443319" y="350156"/>
            <a:ext cx="879792" cy="3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346" y="589546"/>
            <a:ext cx="76120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Investigation : Change Sentences Embedding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3873371-48CE-CA3F-C146-FF9F9291F0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4025414"/>
              </p:ext>
            </p:extLst>
          </p:nvPr>
        </p:nvGraphicFramePr>
        <p:xfrm>
          <a:off x="1" y="86228"/>
          <a:ext cx="5537199" cy="459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9B830D1-7835-9FDC-6E93-CD51AF511594}"/>
              </a:ext>
            </a:extLst>
          </p:cNvPr>
          <p:cNvSpPr txBox="1"/>
          <p:nvPr/>
        </p:nvSpPr>
        <p:spPr>
          <a:xfrm>
            <a:off x="940116" y="1652600"/>
            <a:ext cx="72637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4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on Larger Dataset</a:t>
            </a:r>
          </a:p>
          <a:p>
            <a:pPr marL="342900" lvl="4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Training Procedure</a:t>
            </a:r>
          </a:p>
          <a:p>
            <a:pPr marL="342900" lvl="3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results</a:t>
            </a:r>
          </a:p>
          <a:p>
            <a:pPr marL="342900" lvl="3" indent="-34290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Embedding size as BERT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A9345-A16A-8A09-D557-65604E1A7C4D}"/>
              </a:ext>
            </a:extLst>
          </p:cNvPr>
          <p:cNvSpPr txBox="1"/>
          <p:nvPr/>
        </p:nvSpPr>
        <p:spPr>
          <a:xfrm>
            <a:off x="443319" y="1305739"/>
            <a:ext cx="15311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743C6-072B-5ED4-5233-EC20C49AF189}"/>
              </a:ext>
            </a:extLst>
          </p:cNvPr>
          <p:cNvSpPr txBox="1"/>
          <p:nvPr/>
        </p:nvSpPr>
        <p:spPr>
          <a:xfrm>
            <a:off x="443319" y="2669488"/>
            <a:ext cx="13260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[2]:</a:t>
            </a:r>
            <a:endParaRPr lang="en-IT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DB1207-FA60-D3A0-7676-E63287B2D270}"/>
              </a:ext>
            </a:extLst>
          </p:cNvPr>
          <p:cNvSpPr txBox="1"/>
          <p:nvPr/>
        </p:nvSpPr>
        <p:spPr>
          <a:xfrm>
            <a:off x="940116" y="3128384"/>
            <a:ext cx="22942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Language Model </a:t>
            </a: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BERT</a:t>
            </a: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Embedding Size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EB65A-20B9-FA3E-B5AB-1E68E5F7BE0E}"/>
              </a:ext>
            </a:extLst>
          </p:cNvPr>
          <p:cNvSpPr txBox="1"/>
          <p:nvPr/>
        </p:nvSpPr>
        <p:spPr>
          <a:xfrm>
            <a:off x="1159091" y="4553954"/>
            <a:ext cx="68258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Liu, </a:t>
            </a:r>
            <a:r>
              <a:rPr lang="en-US" sz="9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Yinhan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 al. "Roberta: A robustly optimized </a:t>
            </a:r>
            <a:r>
              <a:rPr lang="en-US" sz="9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pretraining approach." </a:t>
            </a:r>
            <a:r>
              <a:rPr lang="en-US" sz="900" b="0" i="1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9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arXiv:1907.11692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(2019).</a:t>
            </a:r>
          </a:p>
          <a:p>
            <a:r>
              <a:rPr lang="en-US" sz="9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Wang, </a:t>
            </a:r>
            <a:r>
              <a:rPr lang="en-US" sz="9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Wenhui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 al. "</a:t>
            </a:r>
            <a:r>
              <a:rPr lang="en-US" sz="9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Deep self-attention distillation for task-agnostic compression of pre-trained transformers." </a:t>
            </a:r>
            <a:r>
              <a:rPr lang="en-US" sz="9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Neural Information Processing Systems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33 (2020): 5776-5788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251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it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/>
              <a:t>6</a:t>
            </a:fld>
            <a:endParaRPr lang="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6"/>
          <p:cNvSpPr txBox="1">
            <a:spLocks/>
          </p:cNvSpPr>
          <p:nvPr/>
        </p:nvSpPr>
        <p:spPr>
          <a:xfrm>
            <a:off x="443319" y="350156"/>
            <a:ext cx="879792" cy="3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307"/>
            <a:ext cx="68516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Capability in more Challenging Tasks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41B7564-853B-334B-825D-E28882AACB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4568402"/>
              </p:ext>
            </p:extLst>
          </p:nvPr>
        </p:nvGraphicFramePr>
        <p:xfrm>
          <a:off x="1" y="86228"/>
          <a:ext cx="5537199" cy="459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CE3065-81BB-ED94-9F27-A7DE2E83CDC4}"/>
              </a:ext>
            </a:extLst>
          </p:cNvPr>
          <p:cNvSpPr txBox="1"/>
          <p:nvPr/>
        </p:nvSpPr>
        <p:spPr>
          <a:xfrm>
            <a:off x="330892" y="1546746"/>
            <a:ext cx="671051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Cathegory Classification: 17 classes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Sub-Cathegory Classification. : 263 classes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50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it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/>
              <a:t>7</a:t>
            </a:fld>
            <a:endParaRPr lang="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6"/>
          <p:cNvSpPr txBox="1">
            <a:spLocks/>
          </p:cNvSpPr>
          <p:nvPr/>
        </p:nvSpPr>
        <p:spPr>
          <a:xfrm>
            <a:off x="443319" y="350156"/>
            <a:ext cx="879792" cy="3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3799"/>
            <a:ext cx="8658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Embedding Ablation Study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11E815D-F70B-B43E-9E77-11D3E8E513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4568402"/>
              </p:ext>
            </p:extLst>
          </p:nvPr>
        </p:nvGraphicFramePr>
        <p:xfrm>
          <a:off x="1" y="86228"/>
          <a:ext cx="5537199" cy="459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F8A45BA-BA8C-AA38-3726-3370A6C328CE}"/>
              </a:ext>
            </a:extLst>
          </p:cNvPr>
          <p:cNvSpPr txBox="1"/>
          <p:nvPr/>
        </p:nvSpPr>
        <p:spPr>
          <a:xfrm>
            <a:off x="267405" y="1500656"/>
            <a:ext cx="704779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Positional Embedding: Entities in Body and title have the same priority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Frequency Embedding: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occurrence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does not matter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Blip>
                <a:blip r:embed="rId8"/>
              </a:buBlip>
            </a:pP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Type Embedding: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category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entities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considered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67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it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/>
              <a:t>8</a:t>
            </a:fld>
            <a:endParaRPr lang="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6"/>
          <p:cNvSpPr txBox="1">
            <a:spLocks/>
          </p:cNvSpPr>
          <p:nvPr/>
        </p:nvSpPr>
        <p:spPr>
          <a:xfrm>
            <a:off x="443319" y="350156"/>
            <a:ext cx="879792" cy="3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31832"/>
            <a:ext cx="8658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and Dataset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AC605EA-50CF-5C4B-D247-127BA0BBD5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7913039"/>
              </p:ext>
            </p:extLst>
          </p:nvPr>
        </p:nvGraphicFramePr>
        <p:xfrm>
          <a:off x="1" y="86228"/>
          <a:ext cx="5537199" cy="459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6412DF-8189-9945-092D-DF107A758ED5}"/>
              </a:ext>
            </a:extLst>
          </p:cNvPr>
          <p:cNvSpPr txBox="1"/>
          <p:nvPr/>
        </p:nvSpPr>
        <p:spPr>
          <a:xfrm>
            <a:off x="249212" y="1236728"/>
            <a:ext cx="4635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Blip>
                <a:blip r:embed="rId8"/>
              </a:buBlip>
            </a:pPr>
            <a:r>
              <a:rPr lang="en-US" b="1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</a:t>
            </a:r>
            <a:r>
              <a:rPr lang="en-US" b="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crosoft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ews </a:t>
            </a: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ataset (MIND)</a:t>
            </a:r>
            <a:r>
              <a:rPr lang="en-US" sz="1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39F835-F2C8-7B01-DB8D-6E134A683B81}"/>
              </a:ext>
            </a:extLst>
          </p:cNvPr>
          <p:cNvSpPr txBox="1"/>
          <p:nvPr/>
        </p:nvSpPr>
        <p:spPr>
          <a:xfrm>
            <a:off x="376628" y="1949201"/>
            <a:ext cx="46357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160k English news articles</a:t>
            </a: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 million impression logs generated by 1 million users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WIKIDATA Knowledge graph</a:t>
            </a:r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behaviors</a:t>
            </a:r>
          </a:p>
          <a:p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news</a:t>
            </a:r>
          </a:p>
          <a:p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entity_embedding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relation_embedding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E3CA46B3-5DAC-3077-75AF-4F884BE17620}"/>
              </a:ext>
            </a:extLst>
          </p:cNvPr>
          <p:cNvSpPr/>
          <p:nvPr/>
        </p:nvSpPr>
        <p:spPr>
          <a:xfrm>
            <a:off x="1259135" y="3058630"/>
            <a:ext cx="65581" cy="92189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7FCA58-BA7E-B99A-80D2-695063C662ED}"/>
              </a:ext>
            </a:extLst>
          </p:cNvPr>
          <p:cNvSpPr txBox="1"/>
          <p:nvPr/>
        </p:nvSpPr>
        <p:spPr>
          <a:xfrm>
            <a:off x="276800" y="3365689"/>
            <a:ext cx="1046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438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EE881D-B94F-FB02-A70C-F0C0F5456B00}"/>
              </a:ext>
            </a:extLst>
          </p:cNvPr>
          <p:cNvSpPr txBox="1"/>
          <p:nvPr/>
        </p:nvSpPr>
        <p:spPr>
          <a:xfrm>
            <a:off x="4884920" y="1236727"/>
            <a:ext cx="4635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Blip>
                <a:blip r:embed="rId8"/>
              </a:buBlip>
            </a:pP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Setting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174BCFA6-D754-D3EC-461B-161F7FC64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668393"/>
              </p:ext>
            </p:extLst>
          </p:nvPr>
        </p:nvGraphicFramePr>
        <p:xfrm>
          <a:off x="5006944" y="1620591"/>
          <a:ext cx="2803160" cy="22576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6609">
                  <a:extLst>
                    <a:ext uri="{9D8B030D-6E8A-4147-A177-3AD203B41FA5}">
                      <a16:colId xmlns:a16="http://schemas.microsoft.com/office/drawing/2014/main" val="830352009"/>
                    </a:ext>
                  </a:extLst>
                </a:gridCol>
                <a:gridCol w="1446551">
                  <a:extLst>
                    <a:ext uri="{9D8B030D-6E8A-4147-A177-3AD203B41FA5}">
                      <a16:colId xmlns:a16="http://schemas.microsoft.com/office/drawing/2014/main" val="507817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583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Batch size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64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793779"/>
                  </a:ext>
                </a:extLst>
              </a:tr>
              <a:tr h="403458"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epochs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17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Optimizer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Adam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29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learning rate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0.00002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998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weight decay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0.000001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43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955E22A-9D6B-EA7D-B6D8-80B4F5C26AD8}"/>
              </a:ext>
            </a:extLst>
          </p:cNvPr>
          <p:cNvSpPr txBox="1"/>
          <p:nvPr/>
        </p:nvSpPr>
        <p:spPr>
          <a:xfrm>
            <a:off x="1040879" y="4663217"/>
            <a:ext cx="6577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Wu, </a:t>
            </a:r>
            <a:r>
              <a:rPr lang="en-US" sz="9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Fangzhao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 al. "Mind: A large-scale dataset for news recommendation." </a:t>
            </a:r>
            <a:r>
              <a:rPr lang="en-US" sz="900" b="0" i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58th Annual Meeting of the Association for Computational Linguistics</a:t>
            </a:r>
            <a:r>
              <a:rPr lang="en-US" sz="9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2020.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93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 algn="ctr"/>
            <a:fld id="{00000000-1234-1234-1234-123412341234}" type="slidenum">
              <a:rPr lang="it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9</a:t>
            </a:fld>
            <a:endParaRPr lang="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6"/>
          <p:cNvSpPr txBox="1">
            <a:spLocks/>
          </p:cNvSpPr>
          <p:nvPr/>
        </p:nvSpPr>
        <p:spPr>
          <a:xfrm>
            <a:off x="443319" y="350156"/>
            <a:ext cx="879792" cy="3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31832"/>
            <a:ext cx="8658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D4979B3-ACB1-3714-794C-99BF56E047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3219341"/>
              </p:ext>
            </p:extLst>
          </p:nvPr>
        </p:nvGraphicFramePr>
        <p:xfrm>
          <a:off x="1" y="86228"/>
          <a:ext cx="5537199" cy="459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Table 19">
            <a:extLst>
              <a:ext uri="{FF2B5EF4-FFF2-40B4-BE49-F238E27FC236}">
                <a16:creationId xmlns:a16="http://schemas.microsoft.com/office/drawing/2014/main" id="{159292C1-EC82-FD9D-5B07-189CE41D5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551399"/>
              </p:ext>
            </p:extLst>
          </p:nvPr>
        </p:nvGraphicFramePr>
        <p:xfrm>
          <a:off x="1985478" y="1074416"/>
          <a:ext cx="5461685" cy="1036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742">
                  <a:extLst>
                    <a:ext uri="{9D8B030D-6E8A-4147-A177-3AD203B41FA5}">
                      <a16:colId xmlns:a16="http://schemas.microsoft.com/office/drawing/2014/main" val="830352009"/>
                    </a:ext>
                  </a:extLst>
                </a:gridCol>
                <a:gridCol w="1386981">
                  <a:extLst>
                    <a:ext uri="{9D8B030D-6E8A-4147-A177-3AD203B41FA5}">
                      <a16:colId xmlns:a16="http://schemas.microsoft.com/office/drawing/2014/main" val="507817465"/>
                    </a:ext>
                  </a:extLst>
                </a:gridCol>
                <a:gridCol w="1386981">
                  <a:extLst>
                    <a:ext uri="{9D8B030D-6E8A-4147-A177-3AD203B41FA5}">
                      <a16:colId xmlns:a16="http://schemas.microsoft.com/office/drawing/2014/main" val="1083086251"/>
                    </a:ext>
                  </a:extLst>
                </a:gridCol>
                <a:gridCol w="1386981">
                  <a:extLst>
                    <a:ext uri="{9D8B030D-6E8A-4147-A177-3AD203B41FA5}">
                      <a16:colId xmlns:a16="http://schemas.microsoft.com/office/drawing/2014/main" val="3480266926"/>
                    </a:ext>
                  </a:extLst>
                </a:gridCol>
              </a:tblGrid>
              <a:tr h="192385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Setting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 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583603"/>
                  </a:ext>
                </a:extLst>
              </a:tr>
              <a:tr h="192385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70.81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793779"/>
                  </a:ext>
                </a:extLst>
              </a:tr>
              <a:tr h="209306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+4.37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17218"/>
                  </a:ext>
                </a:extLst>
              </a:tr>
              <a:tr h="192385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MiniLM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65.08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29049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E67E4DE-3A5C-E324-7744-FA7309E759C2}"/>
              </a:ext>
            </a:extLst>
          </p:cNvPr>
          <p:cNvSpPr/>
          <p:nvPr/>
        </p:nvSpPr>
        <p:spPr>
          <a:xfrm>
            <a:off x="184672" y="1379776"/>
            <a:ext cx="16658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Exploring: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7321BA-45AB-BAD2-824A-181A75F556E9}"/>
              </a:ext>
            </a:extLst>
          </p:cNvPr>
          <p:cNvSpPr/>
          <p:nvPr/>
        </p:nvSpPr>
        <p:spPr>
          <a:xfrm>
            <a:off x="117216" y="2385649"/>
            <a:ext cx="18008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 Category vs Sub-Category: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19">
            <a:extLst>
              <a:ext uri="{FF2B5EF4-FFF2-40B4-BE49-F238E27FC236}">
                <a16:creationId xmlns:a16="http://schemas.microsoft.com/office/drawing/2014/main" id="{704E833B-0F49-5BA2-4CB2-F6A940DC8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876303"/>
              </p:ext>
            </p:extLst>
          </p:nvPr>
        </p:nvGraphicFramePr>
        <p:xfrm>
          <a:off x="1985478" y="3307084"/>
          <a:ext cx="5461685" cy="1295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742">
                  <a:extLst>
                    <a:ext uri="{9D8B030D-6E8A-4147-A177-3AD203B41FA5}">
                      <a16:colId xmlns:a16="http://schemas.microsoft.com/office/drawing/2014/main" val="830352009"/>
                    </a:ext>
                  </a:extLst>
                </a:gridCol>
                <a:gridCol w="1386981">
                  <a:extLst>
                    <a:ext uri="{9D8B030D-6E8A-4147-A177-3AD203B41FA5}">
                      <a16:colId xmlns:a16="http://schemas.microsoft.com/office/drawing/2014/main" val="507817465"/>
                    </a:ext>
                  </a:extLst>
                </a:gridCol>
                <a:gridCol w="1386981">
                  <a:extLst>
                    <a:ext uri="{9D8B030D-6E8A-4147-A177-3AD203B41FA5}">
                      <a16:colId xmlns:a16="http://schemas.microsoft.com/office/drawing/2014/main" val="1083086251"/>
                    </a:ext>
                  </a:extLst>
                </a:gridCol>
                <a:gridCol w="1386981">
                  <a:extLst>
                    <a:ext uri="{9D8B030D-6E8A-4147-A177-3AD203B41FA5}">
                      <a16:colId xmlns:a16="http://schemas.microsoft.com/office/drawing/2014/main" val="3480266926"/>
                    </a:ext>
                  </a:extLst>
                </a:gridCol>
              </a:tblGrid>
              <a:tr h="192385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Setting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 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583603"/>
                  </a:ext>
                </a:extLst>
              </a:tr>
              <a:tr h="192385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70.81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793779"/>
                  </a:ext>
                </a:extLst>
              </a:tr>
              <a:tr h="209306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Type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17218"/>
                  </a:ext>
                </a:extLst>
              </a:tr>
              <a:tr h="192385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Position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71.1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290499"/>
                  </a:ext>
                </a:extLst>
              </a:tr>
              <a:tr h="19238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718682"/>
                  </a:ext>
                </a:extLst>
              </a:tr>
            </a:tbl>
          </a:graphicData>
        </a:graphic>
      </p:graphicFrame>
      <p:graphicFrame>
        <p:nvGraphicFramePr>
          <p:cNvPr id="11" name="Table 19">
            <a:extLst>
              <a:ext uri="{FF2B5EF4-FFF2-40B4-BE49-F238E27FC236}">
                <a16:creationId xmlns:a16="http://schemas.microsoft.com/office/drawing/2014/main" id="{07749826-776B-008F-8F29-EDCEB91B3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884873"/>
              </p:ext>
            </p:extLst>
          </p:nvPr>
        </p:nvGraphicFramePr>
        <p:xfrm>
          <a:off x="1985477" y="2289417"/>
          <a:ext cx="5461685" cy="777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742">
                  <a:extLst>
                    <a:ext uri="{9D8B030D-6E8A-4147-A177-3AD203B41FA5}">
                      <a16:colId xmlns:a16="http://schemas.microsoft.com/office/drawing/2014/main" val="830352009"/>
                    </a:ext>
                  </a:extLst>
                </a:gridCol>
                <a:gridCol w="1386981">
                  <a:extLst>
                    <a:ext uri="{9D8B030D-6E8A-4147-A177-3AD203B41FA5}">
                      <a16:colId xmlns:a16="http://schemas.microsoft.com/office/drawing/2014/main" val="507817465"/>
                    </a:ext>
                  </a:extLst>
                </a:gridCol>
                <a:gridCol w="1386981">
                  <a:extLst>
                    <a:ext uri="{9D8B030D-6E8A-4147-A177-3AD203B41FA5}">
                      <a16:colId xmlns:a16="http://schemas.microsoft.com/office/drawing/2014/main" val="1083086251"/>
                    </a:ext>
                  </a:extLst>
                </a:gridCol>
                <a:gridCol w="1386981">
                  <a:extLst>
                    <a:ext uri="{9D8B030D-6E8A-4147-A177-3AD203B41FA5}">
                      <a16:colId xmlns:a16="http://schemas.microsoft.com/office/drawing/2014/main" val="3480266926"/>
                    </a:ext>
                  </a:extLst>
                </a:gridCol>
              </a:tblGrid>
              <a:tr h="192385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Setting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 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583603"/>
                  </a:ext>
                </a:extLst>
              </a:tr>
              <a:tr h="192385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/>
                        </a:rPr>
                        <a:t>70.81</a:t>
                      </a:r>
                      <a:endParaRPr lang="en-US" sz="11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793779"/>
                  </a:ext>
                </a:extLst>
              </a:tr>
              <a:tr h="20930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263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34.68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-36.13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1721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AA619E2-5AA5-565D-1571-F246733CCCAC}"/>
              </a:ext>
            </a:extLst>
          </p:cNvPr>
          <p:cNvSpPr/>
          <p:nvPr/>
        </p:nvSpPr>
        <p:spPr>
          <a:xfrm>
            <a:off x="117216" y="3307084"/>
            <a:ext cx="18008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Embedding Ablation Study: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755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fld id="{00000000-1234-1234-1234-123412341234}" type="slidenum">
              <a:rPr lang="it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/>
              <a:t>10</a:t>
            </a:fld>
            <a:endParaRPr lang="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6"/>
          <p:cNvSpPr txBox="1">
            <a:spLocks/>
          </p:cNvSpPr>
          <p:nvPr/>
        </p:nvSpPr>
        <p:spPr>
          <a:xfrm>
            <a:off x="443319" y="350156"/>
            <a:ext cx="879792" cy="3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31832"/>
            <a:ext cx="86588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9E56DAC-E1D4-3D24-511E-5D746A1AE9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9998518"/>
              </p:ext>
            </p:extLst>
          </p:nvPr>
        </p:nvGraphicFramePr>
        <p:xfrm>
          <a:off x="1" y="86228"/>
          <a:ext cx="5537199" cy="459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D505C96-75D7-FDE0-7868-B72187EB8D30}"/>
              </a:ext>
            </a:extLst>
          </p:cNvPr>
          <p:cNvSpPr txBox="1"/>
          <p:nvPr/>
        </p:nvSpPr>
        <p:spPr>
          <a:xfrm>
            <a:off x="267405" y="1500656"/>
            <a:ext cx="67105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Blip>
                <a:blip r:embed="rId8"/>
              </a:buBlip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 used in KRED can impact and improve the Performance.</a:t>
            </a:r>
          </a:p>
          <a:p>
            <a:pPr marL="285750" indent="-28575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Blip>
                <a:blip r:embed="rId8"/>
              </a:buBlip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 performance is  not unbiased over all classes .</a:t>
            </a:r>
          </a:p>
          <a:p>
            <a:pPr marL="285750" indent="-28575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Blip>
                <a:blip r:embed="rId8"/>
              </a:buBlip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KRED model is not robust in classifying detailed class topics.</a:t>
            </a:r>
          </a:p>
          <a:p>
            <a:pPr marL="285750" indent="-28575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Blip>
                <a:blip r:embed="rId8"/>
              </a:buBlip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news Categorization, in context embedding type play more important rule than position.  </a:t>
            </a:r>
          </a:p>
          <a:p>
            <a:pPr marL="285750" indent="-28575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Blip>
                <a:blip r:embed="rId8"/>
              </a:buBlip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201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9125" y="1277474"/>
            <a:ext cx="3722020" cy="1189796"/>
          </a:xfrm>
        </p:spPr>
        <p:txBody>
          <a:bodyPr>
            <a:normAutofit fontScale="85000" lnSpcReduction="20000"/>
          </a:bodyPr>
          <a:lstStyle/>
          <a:p>
            <a:pPr marL="114300" indent="0" algn="ctr">
              <a:buNone/>
            </a:pPr>
            <a:endParaRPr lang="en-US" sz="2400" b="1" dirty="0"/>
          </a:p>
          <a:p>
            <a:pPr marL="114300" indent="0" algn="ctr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mtClean="0"/>
              <a:t>11</a:t>
            </a:fld>
            <a:endParaRPr lang="it"/>
          </a:p>
        </p:txBody>
      </p:sp>
    </p:spTree>
    <p:extLst>
      <p:ext uri="{BB962C8B-B14F-4D97-AF65-F5344CB8AC3E}">
        <p14:creationId xmlns:p14="http://schemas.microsoft.com/office/powerpoint/2010/main" val="22481648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3245</TotalTime>
  <Words>791</Words>
  <Application>Microsoft Macintosh PowerPoint</Application>
  <PresentationFormat>On-screen Show (16:9)</PresentationFormat>
  <Paragraphs>211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Cross-Modal Contrastive Features for Video Domain Adaptation</dc:title>
  <dc:creator>Amir Shayan Nsiri Majd</dc:creator>
  <cp:lastModifiedBy>Behkish  Arman</cp:lastModifiedBy>
  <cp:revision>139</cp:revision>
  <dcterms:modified xsi:type="dcterms:W3CDTF">2025-06-18T10:26:28Z</dcterms:modified>
</cp:coreProperties>
</file>